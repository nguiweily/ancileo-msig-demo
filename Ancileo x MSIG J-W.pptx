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7886" autoAdjust="0"/>
  </p:normalViewPr>
  <p:slideViewPr>
    <p:cSldViewPr snapToGrid="0" snapToObjects="1">
      <p:cViewPr varScale="1">
        <p:scale>
          <a:sx n="60" d="100"/>
          <a:sy n="60" d="100"/>
        </p:scale>
        <p:origin x="30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20.svg"/><Relationship Id="rId4" Type="http://schemas.openxmlformats.org/officeDocument/2006/relationships/image" Target="../media/image8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20.svg"/><Relationship Id="rId4" Type="http://schemas.openxmlformats.org/officeDocument/2006/relationships/image" Target="../media/image8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68CA6A-A5B5-439E-BD65-436F1BC7019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05F3F7-2782-4AFA-A87D-F6F212EEB859}">
      <dgm:prSet/>
      <dgm:spPr/>
      <dgm:t>
        <a:bodyPr/>
        <a:lstStyle/>
        <a:p>
          <a:r>
            <a:rPr lang="en-US"/>
            <a:t>70%+ abandonment rate in travel insurance purchase</a:t>
          </a:r>
        </a:p>
      </dgm:t>
    </dgm:pt>
    <dgm:pt modelId="{E811963E-2F42-4505-B9DD-3385B058601E}" type="parTrans" cxnId="{292EA7A6-C967-42C0-ADB4-59FF669BB434}">
      <dgm:prSet/>
      <dgm:spPr/>
      <dgm:t>
        <a:bodyPr/>
        <a:lstStyle/>
        <a:p>
          <a:endParaRPr lang="en-US"/>
        </a:p>
      </dgm:t>
    </dgm:pt>
    <dgm:pt modelId="{465B0858-A53D-487D-9F89-763E64E760AA}" type="sibTrans" cxnId="{292EA7A6-C967-42C0-ADB4-59FF669BB434}">
      <dgm:prSet/>
      <dgm:spPr/>
      <dgm:t>
        <a:bodyPr/>
        <a:lstStyle/>
        <a:p>
          <a:endParaRPr lang="en-US"/>
        </a:p>
      </dgm:t>
    </dgm:pt>
    <dgm:pt modelId="{05AEB30B-6BC5-486E-95E5-C7C114F371D3}">
      <dgm:prSet/>
      <dgm:spPr/>
      <dgm:t>
        <a:bodyPr/>
        <a:lstStyle/>
        <a:p>
          <a:r>
            <a:rPr lang="en-US"/>
            <a:t>Dense, confusing policy documents</a:t>
          </a:r>
        </a:p>
      </dgm:t>
    </dgm:pt>
    <dgm:pt modelId="{4A8872D3-962F-4472-BAF1-FFDBC88B4527}" type="parTrans" cxnId="{71728D2D-E459-4BDB-B64D-6CA37260A918}">
      <dgm:prSet/>
      <dgm:spPr/>
      <dgm:t>
        <a:bodyPr/>
        <a:lstStyle/>
        <a:p>
          <a:endParaRPr lang="en-US"/>
        </a:p>
      </dgm:t>
    </dgm:pt>
    <dgm:pt modelId="{CA3334DA-983B-4CBB-B1ED-77F8E00BAFDD}" type="sibTrans" cxnId="{71728D2D-E459-4BDB-B64D-6CA37260A918}">
      <dgm:prSet/>
      <dgm:spPr/>
      <dgm:t>
        <a:bodyPr/>
        <a:lstStyle/>
        <a:p>
          <a:endParaRPr lang="en-US"/>
        </a:p>
      </dgm:t>
    </dgm:pt>
    <dgm:pt modelId="{703CEB23-01BC-45B2-8C80-BABD16DAF01F}">
      <dgm:prSet/>
      <dgm:spPr/>
      <dgm:t>
        <a:bodyPr/>
        <a:lstStyle/>
        <a:p>
          <a:r>
            <a:rPr lang="en-US"/>
            <a:t>No instant, personalized guidance</a:t>
          </a:r>
        </a:p>
      </dgm:t>
    </dgm:pt>
    <dgm:pt modelId="{EE0A79BB-93E6-48E5-A6DE-F5038309A85E}" type="parTrans" cxnId="{9A6AF108-38BD-447B-96B5-2CD2104143C9}">
      <dgm:prSet/>
      <dgm:spPr/>
      <dgm:t>
        <a:bodyPr/>
        <a:lstStyle/>
        <a:p>
          <a:endParaRPr lang="en-US"/>
        </a:p>
      </dgm:t>
    </dgm:pt>
    <dgm:pt modelId="{43C8577F-74E0-404C-9FA6-158BCC9E15D8}" type="sibTrans" cxnId="{9A6AF108-38BD-447B-96B5-2CD2104143C9}">
      <dgm:prSet/>
      <dgm:spPr/>
      <dgm:t>
        <a:bodyPr/>
        <a:lstStyle/>
        <a:p>
          <a:endParaRPr lang="en-US"/>
        </a:p>
      </dgm:t>
    </dgm:pt>
    <dgm:pt modelId="{13F98C8E-2339-4507-AA23-18C4925E90F8}">
      <dgm:prSet/>
      <dgm:spPr/>
      <dgm:t>
        <a:bodyPr/>
        <a:lstStyle/>
        <a:p>
          <a:r>
            <a:rPr lang="en-US"/>
            <a:t>Poor digital conversion for millennials &amp; Gen Z</a:t>
          </a:r>
        </a:p>
      </dgm:t>
    </dgm:pt>
    <dgm:pt modelId="{2E82A1D0-D135-45B6-A4A4-4BE61379BDFA}" type="parTrans" cxnId="{71606367-B550-46F9-BBA3-F8C7DBD9D315}">
      <dgm:prSet/>
      <dgm:spPr/>
      <dgm:t>
        <a:bodyPr/>
        <a:lstStyle/>
        <a:p>
          <a:endParaRPr lang="en-US"/>
        </a:p>
      </dgm:t>
    </dgm:pt>
    <dgm:pt modelId="{B1486CB5-6E33-4641-9632-3748A9C685E6}" type="sibTrans" cxnId="{71606367-B550-46F9-BBA3-F8C7DBD9D315}">
      <dgm:prSet/>
      <dgm:spPr/>
      <dgm:t>
        <a:bodyPr/>
        <a:lstStyle/>
        <a:p>
          <a:endParaRPr lang="en-US"/>
        </a:p>
      </dgm:t>
    </dgm:pt>
    <dgm:pt modelId="{9F3ABEA5-90DB-40FF-B38D-87825DE27C6F}" type="pres">
      <dgm:prSet presAssocID="{FD68CA6A-A5B5-439E-BD65-436F1BC70195}" presName="root" presStyleCnt="0">
        <dgm:presLayoutVars>
          <dgm:dir/>
          <dgm:resizeHandles val="exact"/>
        </dgm:presLayoutVars>
      </dgm:prSet>
      <dgm:spPr/>
    </dgm:pt>
    <dgm:pt modelId="{87E26793-9672-490D-B71D-28FFF5E242F0}" type="pres">
      <dgm:prSet presAssocID="{FD68CA6A-A5B5-439E-BD65-436F1BC70195}" presName="container" presStyleCnt="0">
        <dgm:presLayoutVars>
          <dgm:dir/>
          <dgm:resizeHandles val="exact"/>
        </dgm:presLayoutVars>
      </dgm:prSet>
      <dgm:spPr/>
    </dgm:pt>
    <dgm:pt modelId="{D36B64B5-B225-4007-A6CA-87DE114668ED}" type="pres">
      <dgm:prSet presAssocID="{A905F3F7-2782-4AFA-A87D-F6F212EEB859}" presName="compNode" presStyleCnt="0"/>
      <dgm:spPr/>
    </dgm:pt>
    <dgm:pt modelId="{882509E1-9813-47A4-AFBF-3CAA4B888B80}" type="pres">
      <dgm:prSet presAssocID="{A905F3F7-2782-4AFA-A87D-F6F212EEB859}" presName="iconBgRect" presStyleLbl="bgShp" presStyleIdx="0" presStyleCnt="4"/>
      <dgm:spPr/>
    </dgm:pt>
    <dgm:pt modelId="{8B92D205-F9E0-4652-94E2-E9091CBFF7CE}" type="pres">
      <dgm:prSet presAssocID="{A905F3F7-2782-4AFA-A87D-F6F212EEB8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6611378-CDFE-457A-BE0E-66F3DB4ADB30}" type="pres">
      <dgm:prSet presAssocID="{A905F3F7-2782-4AFA-A87D-F6F212EEB859}" presName="spaceRect" presStyleCnt="0"/>
      <dgm:spPr/>
    </dgm:pt>
    <dgm:pt modelId="{6BBBC262-5004-49E1-9B3F-7FD8E3C24C55}" type="pres">
      <dgm:prSet presAssocID="{A905F3F7-2782-4AFA-A87D-F6F212EEB859}" presName="textRect" presStyleLbl="revTx" presStyleIdx="0" presStyleCnt="4">
        <dgm:presLayoutVars>
          <dgm:chMax val="1"/>
          <dgm:chPref val="1"/>
        </dgm:presLayoutVars>
      </dgm:prSet>
      <dgm:spPr/>
    </dgm:pt>
    <dgm:pt modelId="{5286133E-4E30-4E67-9969-E53D7E10EE0A}" type="pres">
      <dgm:prSet presAssocID="{465B0858-A53D-487D-9F89-763E64E760AA}" presName="sibTrans" presStyleLbl="sibTrans2D1" presStyleIdx="0" presStyleCnt="0"/>
      <dgm:spPr/>
    </dgm:pt>
    <dgm:pt modelId="{817EBEE3-6EF1-4810-B99C-5045CF235C91}" type="pres">
      <dgm:prSet presAssocID="{05AEB30B-6BC5-486E-95E5-C7C114F371D3}" presName="compNode" presStyleCnt="0"/>
      <dgm:spPr/>
    </dgm:pt>
    <dgm:pt modelId="{A9A38CB1-8EC8-4A92-B88A-4EE47AB7C57F}" type="pres">
      <dgm:prSet presAssocID="{05AEB30B-6BC5-486E-95E5-C7C114F371D3}" presName="iconBgRect" presStyleLbl="bgShp" presStyleIdx="1" presStyleCnt="4"/>
      <dgm:spPr/>
    </dgm:pt>
    <dgm:pt modelId="{A991B24C-293E-430E-9F9B-E6D5BCA279EC}" type="pres">
      <dgm:prSet presAssocID="{05AEB30B-6BC5-486E-95E5-C7C114F371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656A382-B615-4F84-AC43-A68EFD07A48E}" type="pres">
      <dgm:prSet presAssocID="{05AEB30B-6BC5-486E-95E5-C7C114F371D3}" presName="spaceRect" presStyleCnt="0"/>
      <dgm:spPr/>
    </dgm:pt>
    <dgm:pt modelId="{A04C0DB3-D95F-435C-BCAE-EE6CF132E3A3}" type="pres">
      <dgm:prSet presAssocID="{05AEB30B-6BC5-486E-95E5-C7C114F371D3}" presName="textRect" presStyleLbl="revTx" presStyleIdx="1" presStyleCnt="4">
        <dgm:presLayoutVars>
          <dgm:chMax val="1"/>
          <dgm:chPref val="1"/>
        </dgm:presLayoutVars>
      </dgm:prSet>
      <dgm:spPr/>
    </dgm:pt>
    <dgm:pt modelId="{C3BA523F-2A3C-4FFF-8E3C-553CF446BDB7}" type="pres">
      <dgm:prSet presAssocID="{CA3334DA-983B-4CBB-B1ED-77F8E00BAFDD}" presName="sibTrans" presStyleLbl="sibTrans2D1" presStyleIdx="0" presStyleCnt="0"/>
      <dgm:spPr/>
    </dgm:pt>
    <dgm:pt modelId="{192FFD37-91AA-4AE7-B315-12FAC7958A0F}" type="pres">
      <dgm:prSet presAssocID="{703CEB23-01BC-45B2-8C80-BABD16DAF01F}" presName="compNode" presStyleCnt="0"/>
      <dgm:spPr/>
    </dgm:pt>
    <dgm:pt modelId="{3DA0E9E8-AAB6-4F61-8B17-E7034FFA6A3A}" type="pres">
      <dgm:prSet presAssocID="{703CEB23-01BC-45B2-8C80-BABD16DAF01F}" presName="iconBgRect" presStyleLbl="bgShp" presStyleIdx="2" presStyleCnt="4"/>
      <dgm:spPr/>
    </dgm:pt>
    <dgm:pt modelId="{D5C4C80B-FC74-4C64-945D-9CD9197F8AB9}" type="pres">
      <dgm:prSet presAssocID="{703CEB23-01BC-45B2-8C80-BABD16DAF0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345C34A-B538-4B10-8514-C871855ED234}" type="pres">
      <dgm:prSet presAssocID="{703CEB23-01BC-45B2-8C80-BABD16DAF01F}" presName="spaceRect" presStyleCnt="0"/>
      <dgm:spPr/>
    </dgm:pt>
    <dgm:pt modelId="{A4F290C8-B5AC-4BEC-AC80-C7D6928B70D2}" type="pres">
      <dgm:prSet presAssocID="{703CEB23-01BC-45B2-8C80-BABD16DAF01F}" presName="textRect" presStyleLbl="revTx" presStyleIdx="2" presStyleCnt="4">
        <dgm:presLayoutVars>
          <dgm:chMax val="1"/>
          <dgm:chPref val="1"/>
        </dgm:presLayoutVars>
      </dgm:prSet>
      <dgm:spPr/>
    </dgm:pt>
    <dgm:pt modelId="{4890A7EE-A01C-4EB1-BDA7-D17010ADCE20}" type="pres">
      <dgm:prSet presAssocID="{43C8577F-74E0-404C-9FA6-158BCC9E15D8}" presName="sibTrans" presStyleLbl="sibTrans2D1" presStyleIdx="0" presStyleCnt="0"/>
      <dgm:spPr/>
    </dgm:pt>
    <dgm:pt modelId="{1C55EA6A-DF3A-4E5D-A88D-F8A2C549587A}" type="pres">
      <dgm:prSet presAssocID="{13F98C8E-2339-4507-AA23-18C4925E90F8}" presName="compNode" presStyleCnt="0"/>
      <dgm:spPr/>
    </dgm:pt>
    <dgm:pt modelId="{D7D211E7-4266-485C-ABEF-08056B8211D5}" type="pres">
      <dgm:prSet presAssocID="{13F98C8E-2339-4507-AA23-18C4925E90F8}" presName="iconBgRect" presStyleLbl="bgShp" presStyleIdx="3" presStyleCnt="4"/>
      <dgm:spPr/>
    </dgm:pt>
    <dgm:pt modelId="{4F0BBF15-C529-474D-A09B-A36D41EF90C0}" type="pres">
      <dgm:prSet presAssocID="{13F98C8E-2339-4507-AA23-18C4925E90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853AFFB-A178-47A9-952B-768C53DFEF0B}" type="pres">
      <dgm:prSet presAssocID="{13F98C8E-2339-4507-AA23-18C4925E90F8}" presName="spaceRect" presStyleCnt="0"/>
      <dgm:spPr/>
    </dgm:pt>
    <dgm:pt modelId="{B9153F38-1CEF-4C80-9279-6A037B788CB6}" type="pres">
      <dgm:prSet presAssocID="{13F98C8E-2339-4507-AA23-18C4925E90F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4498805-C29F-4BEA-8E65-00F6D63EA896}" type="presOf" srcId="{CA3334DA-983B-4CBB-B1ED-77F8E00BAFDD}" destId="{C3BA523F-2A3C-4FFF-8E3C-553CF446BDB7}" srcOrd="0" destOrd="0" presId="urn:microsoft.com/office/officeart/2018/2/layout/IconCircleList"/>
    <dgm:cxn modelId="{9A6AF108-38BD-447B-96B5-2CD2104143C9}" srcId="{FD68CA6A-A5B5-439E-BD65-436F1BC70195}" destId="{703CEB23-01BC-45B2-8C80-BABD16DAF01F}" srcOrd="2" destOrd="0" parTransId="{EE0A79BB-93E6-48E5-A6DE-F5038309A85E}" sibTransId="{43C8577F-74E0-404C-9FA6-158BCC9E15D8}"/>
    <dgm:cxn modelId="{71728D2D-E459-4BDB-B64D-6CA37260A918}" srcId="{FD68CA6A-A5B5-439E-BD65-436F1BC70195}" destId="{05AEB30B-6BC5-486E-95E5-C7C114F371D3}" srcOrd="1" destOrd="0" parTransId="{4A8872D3-962F-4472-BAF1-FFDBC88B4527}" sibTransId="{CA3334DA-983B-4CBB-B1ED-77F8E00BAFDD}"/>
    <dgm:cxn modelId="{71606367-B550-46F9-BBA3-F8C7DBD9D315}" srcId="{FD68CA6A-A5B5-439E-BD65-436F1BC70195}" destId="{13F98C8E-2339-4507-AA23-18C4925E90F8}" srcOrd="3" destOrd="0" parTransId="{2E82A1D0-D135-45B6-A4A4-4BE61379BDFA}" sibTransId="{B1486CB5-6E33-4641-9632-3748A9C685E6}"/>
    <dgm:cxn modelId="{E6C2644A-9765-4B5A-AE9F-0D7AC3917939}" type="presOf" srcId="{13F98C8E-2339-4507-AA23-18C4925E90F8}" destId="{B9153F38-1CEF-4C80-9279-6A037B788CB6}" srcOrd="0" destOrd="0" presId="urn:microsoft.com/office/officeart/2018/2/layout/IconCircleList"/>
    <dgm:cxn modelId="{CF424577-8B8C-4864-9F85-4601FE32C422}" type="presOf" srcId="{43C8577F-74E0-404C-9FA6-158BCC9E15D8}" destId="{4890A7EE-A01C-4EB1-BDA7-D17010ADCE20}" srcOrd="0" destOrd="0" presId="urn:microsoft.com/office/officeart/2018/2/layout/IconCircleList"/>
    <dgm:cxn modelId="{A1F9FF91-3877-438C-83A0-5FAF88B70106}" type="presOf" srcId="{05AEB30B-6BC5-486E-95E5-C7C114F371D3}" destId="{A04C0DB3-D95F-435C-BCAE-EE6CF132E3A3}" srcOrd="0" destOrd="0" presId="urn:microsoft.com/office/officeart/2018/2/layout/IconCircleList"/>
    <dgm:cxn modelId="{E751AD9A-61D3-4317-8FB7-FDB4266BF295}" type="presOf" srcId="{FD68CA6A-A5B5-439E-BD65-436F1BC70195}" destId="{9F3ABEA5-90DB-40FF-B38D-87825DE27C6F}" srcOrd="0" destOrd="0" presId="urn:microsoft.com/office/officeart/2018/2/layout/IconCircleList"/>
    <dgm:cxn modelId="{292EA7A6-C967-42C0-ADB4-59FF669BB434}" srcId="{FD68CA6A-A5B5-439E-BD65-436F1BC70195}" destId="{A905F3F7-2782-4AFA-A87D-F6F212EEB859}" srcOrd="0" destOrd="0" parTransId="{E811963E-2F42-4505-B9DD-3385B058601E}" sibTransId="{465B0858-A53D-487D-9F89-763E64E760AA}"/>
    <dgm:cxn modelId="{DDC8B8AC-5BE5-436C-83E3-60815DA1E436}" type="presOf" srcId="{A905F3F7-2782-4AFA-A87D-F6F212EEB859}" destId="{6BBBC262-5004-49E1-9B3F-7FD8E3C24C55}" srcOrd="0" destOrd="0" presId="urn:microsoft.com/office/officeart/2018/2/layout/IconCircleList"/>
    <dgm:cxn modelId="{A882FEAF-924D-49A9-B338-F8FD82DDB5CA}" type="presOf" srcId="{703CEB23-01BC-45B2-8C80-BABD16DAF01F}" destId="{A4F290C8-B5AC-4BEC-AC80-C7D6928B70D2}" srcOrd="0" destOrd="0" presId="urn:microsoft.com/office/officeart/2018/2/layout/IconCircleList"/>
    <dgm:cxn modelId="{E033DAEC-BE4D-41C6-B97C-5F3F54668A62}" type="presOf" srcId="{465B0858-A53D-487D-9F89-763E64E760AA}" destId="{5286133E-4E30-4E67-9969-E53D7E10EE0A}" srcOrd="0" destOrd="0" presId="urn:microsoft.com/office/officeart/2018/2/layout/IconCircleList"/>
    <dgm:cxn modelId="{0F9BA456-6614-46FF-B1D3-B1627DD7BEA7}" type="presParOf" srcId="{9F3ABEA5-90DB-40FF-B38D-87825DE27C6F}" destId="{87E26793-9672-490D-B71D-28FFF5E242F0}" srcOrd="0" destOrd="0" presId="urn:microsoft.com/office/officeart/2018/2/layout/IconCircleList"/>
    <dgm:cxn modelId="{F4898DAB-CCC6-481B-A0ED-654176E2D8A6}" type="presParOf" srcId="{87E26793-9672-490D-B71D-28FFF5E242F0}" destId="{D36B64B5-B225-4007-A6CA-87DE114668ED}" srcOrd="0" destOrd="0" presId="urn:microsoft.com/office/officeart/2018/2/layout/IconCircleList"/>
    <dgm:cxn modelId="{DB156864-4673-4045-9E84-4BEEC76ADFCC}" type="presParOf" srcId="{D36B64B5-B225-4007-A6CA-87DE114668ED}" destId="{882509E1-9813-47A4-AFBF-3CAA4B888B80}" srcOrd="0" destOrd="0" presId="urn:microsoft.com/office/officeart/2018/2/layout/IconCircleList"/>
    <dgm:cxn modelId="{17ADAC2F-E7FF-4404-90F4-1B8928DD5A94}" type="presParOf" srcId="{D36B64B5-B225-4007-A6CA-87DE114668ED}" destId="{8B92D205-F9E0-4652-94E2-E9091CBFF7CE}" srcOrd="1" destOrd="0" presId="urn:microsoft.com/office/officeart/2018/2/layout/IconCircleList"/>
    <dgm:cxn modelId="{FA208E16-83C9-49D3-92BB-C6CE3896DC89}" type="presParOf" srcId="{D36B64B5-B225-4007-A6CA-87DE114668ED}" destId="{D6611378-CDFE-457A-BE0E-66F3DB4ADB30}" srcOrd="2" destOrd="0" presId="urn:microsoft.com/office/officeart/2018/2/layout/IconCircleList"/>
    <dgm:cxn modelId="{03E639C2-7470-49C1-B20A-CBC9F88D6D8A}" type="presParOf" srcId="{D36B64B5-B225-4007-A6CA-87DE114668ED}" destId="{6BBBC262-5004-49E1-9B3F-7FD8E3C24C55}" srcOrd="3" destOrd="0" presId="urn:microsoft.com/office/officeart/2018/2/layout/IconCircleList"/>
    <dgm:cxn modelId="{B9AD598F-2D6D-4001-846E-FDE8BAAACC30}" type="presParOf" srcId="{87E26793-9672-490D-B71D-28FFF5E242F0}" destId="{5286133E-4E30-4E67-9969-E53D7E10EE0A}" srcOrd="1" destOrd="0" presId="urn:microsoft.com/office/officeart/2018/2/layout/IconCircleList"/>
    <dgm:cxn modelId="{761ADBD9-AFC6-4F75-8468-2C5C4818BDBA}" type="presParOf" srcId="{87E26793-9672-490D-B71D-28FFF5E242F0}" destId="{817EBEE3-6EF1-4810-B99C-5045CF235C91}" srcOrd="2" destOrd="0" presId="urn:microsoft.com/office/officeart/2018/2/layout/IconCircleList"/>
    <dgm:cxn modelId="{1AD5CDC6-3EC7-43D5-A27F-0A3BBDA53EE4}" type="presParOf" srcId="{817EBEE3-6EF1-4810-B99C-5045CF235C91}" destId="{A9A38CB1-8EC8-4A92-B88A-4EE47AB7C57F}" srcOrd="0" destOrd="0" presId="urn:microsoft.com/office/officeart/2018/2/layout/IconCircleList"/>
    <dgm:cxn modelId="{FD8C22F1-AC31-4693-B290-B72B807EFD88}" type="presParOf" srcId="{817EBEE3-6EF1-4810-B99C-5045CF235C91}" destId="{A991B24C-293E-430E-9F9B-E6D5BCA279EC}" srcOrd="1" destOrd="0" presId="urn:microsoft.com/office/officeart/2018/2/layout/IconCircleList"/>
    <dgm:cxn modelId="{8469FF82-401B-4B7C-A9A2-4F80FD5B59DE}" type="presParOf" srcId="{817EBEE3-6EF1-4810-B99C-5045CF235C91}" destId="{C656A382-B615-4F84-AC43-A68EFD07A48E}" srcOrd="2" destOrd="0" presId="urn:microsoft.com/office/officeart/2018/2/layout/IconCircleList"/>
    <dgm:cxn modelId="{8EFCB298-AEE0-4790-A234-C9A7AC3A7C88}" type="presParOf" srcId="{817EBEE3-6EF1-4810-B99C-5045CF235C91}" destId="{A04C0DB3-D95F-435C-BCAE-EE6CF132E3A3}" srcOrd="3" destOrd="0" presId="urn:microsoft.com/office/officeart/2018/2/layout/IconCircleList"/>
    <dgm:cxn modelId="{B7B8B79C-24B9-4444-A57E-E0D17206CCE7}" type="presParOf" srcId="{87E26793-9672-490D-B71D-28FFF5E242F0}" destId="{C3BA523F-2A3C-4FFF-8E3C-553CF446BDB7}" srcOrd="3" destOrd="0" presId="urn:microsoft.com/office/officeart/2018/2/layout/IconCircleList"/>
    <dgm:cxn modelId="{107BFD2E-6AC7-481E-ACCA-6742FB4A7485}" type="presParOf" srcId="{87E26793-9672-490D-B71D-28FFF5E242F0}" destId="{192FFD37-91AA-4AE7-B315-12FAC7958A0F}" srcOrd="4" destOrd="0" presId="urn:microsoft.com/office/officeart/2018/2/layout/IconCircleList"/>
    <dgm:cxn modelId="{9376C472-5BE5-4651-B03B-DACABF422D79}" type="presParOf" srcId="{192FFD37-91AA-4AE7-B315-12FAC7958A0F}" destId="{3DA0E9E8-AAB6-4F61-8B17-E7034FFA6A3A}" srcOrd="0" destOrd="0" presId="urn:microsoft.com/office/officeart/2018/2/layout/IconCircleList"/>
    <dgm:cxn modelId="{8FBC8218-1617-425B-849F-6A8F12F3EE04}" type="presParOf" srcId="{192FFD37-91AA-4AE7-B315-12FAC7958A0F}" destId="{D5C4C80B-FC74-4C64-945D-9CD9197F8AB9}" srcOrd="1" destOrd="0" presId="urn:microsoft.com/office/officeart/2018/2/layout/IconCircleList"/>
    <dgm:cxn modelId="{B101E3BB-5800-4D1E-852A-504650277A9A}" type="presParOf" srcId="{192FFD37-91AA-4AE7-B315-12FAC7958A0F}" destId="{7345C34A-B538-4B10-8514-C871855ED234}" srcOrd="2" destOrd="0" presId="urn:microsoft.com/office/officeart/2018/2/layout/IconCircleList"/>
    <dgm:cxn modelId="{606BC49F-CAF4-40EA-B15B-34A9529E734C}" type="presParOf" srcId="{192FFD37-91AA-4AE7-B315-12FAC7958A0F}" destId="{A4F290C8-B5AC-4BEC-AC80-C7D6928B70D2}" srcOrd="3" destOrd="0" presId="urn:microsoft.com/office/officeart/2018/2/layout/IconCircleList"/>
    <dgm:cxn modelId="{B36D6A7D-9D21-40F3-A677-A4CF78BD32CD}" type="presParOf" srcId="{87E26793-9672-490D-B71D-28FFF5E242F0}" destId="{4890A7EE-A01C-4EB1-BDA7-D17010ADCE20}" srcOrd="5" destOrd="0" presId="urn:microsoft.com/office/officeart/2018/2/layout/IconCircleList"/>
    <dgm:cxn modelId="{1CE36495-896C-457F-B4B4-300FB4B5DE6B}" type="presParOf" srcId="{87E26793-9672-490D-B71D-28FFF5E242F0}" destId="{1C55EA6A-DF3A-4E5D-A88D-F8A2C549587A}" srcOrd="6" destOrd="0" presId="urn:microsoft.com/office/officeart/2018/2/layout/IconCircleList"/>
    <dgm:cxn modelId="{F1C974C7-CF20-4CF1-8944-A98C9383F9F7}" type="presParOf" srcId="{1C55EA6A-DF3A-4E5D-A88D-F8A2C549587A}" destId="{D7D211E7-4266-485C-ABEF-08056B8211D5}" srcOrd="0" destOrd="0" presId="urn:microsoft.com/office/officeart/2018/2/layout/IconCircleList"/>
    <dgm:cxn modelId="{A96566CC-4252-41F6-A292-78D66F27C291}" type="presParOf" srcId="{1C55EA6A-DF3A-4E5D-A88D-F8A2C549587A}" destId="{4F0BBF15-C529-474D-A09B-A36D41EF90C0}" srcOrd="1" destOrd="0" presId="urn:microsoft.com/office/officeart/2018/2/layout/IconCircleList"/>
    <dgm:cxn modelId="{3DFB477D-3E1B-4D38-9359-06677B32EB11}" type="presParOf" srcId="{1C55EA6A-DF3A-4E5D-A88D-F8A2C549587A}" destId="{6853AFFB-A178-47A9-952B-768C53DFEF0B}" srcOrd="2" destOrd="0" presId="urn:microsoft.com/office/officeart/2018/2/layout/IconCircleList"/>
    <dgm:cxn modelId="{E2C4F653-13CD-463A-A2C5-EBD492ECF1DD}" type="presParOf" srcId="{1C55EA6A-DF3A-4E5D-A88D-F8A2C549587A}" destId="{B9153F38-1CEF-4C80-9279-6A037B788C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45DCD3-8B3B-41DE-923F-D95A288781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99F0C47-2AB4-4E28-A02B-982CBE42B988}">
      <dgm:prSet/>
      <dgm:spPr/>
      <dgm:t>
        <a:bodyPr/>
        <a:lstStyle/>
        <a:p>
          <a:r>
            <a:rPr lang="en-US"/>
            <a:t>Shift from 'buy insurance' to 'chat insurance'</a:t>
          </a:r>
        </a:p>
      </dgm:t>
    </dgm:pt>
    <dgm:pt modelId="{4EF25FBF-C4C3-4B0C-AC80-6DD1556CE739}" type="parTrans" cxnId="{429BA4F5-358C-4E21-B91A-3F7D200D0560}">
      <dgm:prSet/>
      <dgm:spPr/>
      <dgm:t>
        <a:bodyPr/>
        <a:lstStyle/>
        <a:p>
          <a:endParaRPr lang="en-US"/>
        </a:p>
      </dgm:t>
    </dgm:pt>
    <dgm:pt modelId="{43C49093-2351-432D-A415-1823D6E30FFB}" type="sibTrans" cxnId="{429BA4F5-358C-4E21-B91A-3F7D200D0560}">
      <dgm:prSet/>
      <dgm:spPr/>
      <dgm:t>
        <a:bodyPr/>
        <a:lstStyle/>
        <a:p>
          <a:endParaRPr lang="en-US"/>
        </a:p>
      </dgm:t>
    </dgm:pt>
    <dgm:pt modelId="{5B6DDABF-0F29-4A86-9A92-16B73AB565BA}">
      <dgm:prSet/>
      <dgm:spPr/>
      <dgm:t>
        <a:bodyPr/>
        <a:lstStyle/>
        <a:p>
          <a:r>
            <a:rPr lang="en-US"/>
            <a:t>Global travel insurance market $20B+, growing 15% YoY</a:t>
          </a:r>
        </a:p>
      </dgm:t>
    </dgm:pt>
    <dgm:pt modelId="{35EEF7C3-B482-46DC-9834-09063483383A}" type="parTrans" cxnId="{7E9661C9-4232-431D-A985-F9FADECC7D36}">
      <dgm:prSet/>
      <dgm:spPr/>
      <dgm:t>
        <a:bodyPr/>
        <a:lstStyle/>
        <a:p>
          <a:endParaRPr lang="en-US"/>
        </a:p>
      </dgm:t>
    </dgm:pt>
    <dgm:pt modelId="{B81D9947-0CA2-4C0C-978B-AF970D8534E9}" type="sibTrans" cxnId="{7E9661C9-4232-431D-A985-F9FADECC7D36}">
      <dgm:prSet/>
      <dgm:spPr/>
      <dgm:t>
        <a:bodyPr/>
        <a:lstStyle/>
        <a:p>
          <a:endParaRPr lang="en-US"/>
        </a:p>
      </dgm:t>
    </dgm:pt>
    <dgm:pt modelId="{157FABC4-D109-41ED-AD1C-395DD021F228}">
      <dgm:prSet/>
      <dgm:spPr/>
      <dgm:t>
        <a:bodyPr/>
        <a:lstStyle/>
        <a:p>
          <a:r>
            <a:rPr lang="en-US"/>
            <a:t>Travelers demand conversational, transparent solutions</a:t>
          </a:r>
        </a:p>
      </dgm:t>
    </dgm:pt>
    <dgm:pt modelId="{12FDC545-5E3B-4D09-9E44-1B5814B2CFB8}" type="parTrans" cxnId="{BD3E0BFD-C732-466B-A296-C593A930C32E}">
      <dgm:prSet/>
      <dgm:spPr/>
      <dgm:t>
        <a:bodyPr/>
        <a:lstStyle/>
        <a:p>
          <a:endParaRPr lang="en-US"/>
        </a:p>
      </dgm:t>
    </dgm:pt>
    <dgm:pt modelId="{F82F3E20-178E-4000-A9B5-D26D059E3B70}" type="sibTrans" cxnId="{BD3E0BFD-C732-466B-A296-C593A930C32E}">
      <dgm:prSet/>
      <dgm:spPr/>
      <dgm:t>
        <a:bodyPr/>
        <a:lstStyle/>
        <a:p>
          <a:endParaRPr lang="en-US"/>
        </a:p>
      </dgm:t>
    </dgm:pt>
    <dgm:pt modelId="{BC1B22C8-BEF3-40E0-8A63-281FA7D238B0}" type="pres">
      <dgm:prSet presAssocID="{5645DCD3-8B3B-41DE-923F-D95A28878129}" presName="root" presStyleCnt="0">
        <dgm:presLayoutVars>
          <dgm:dir/>
          <dgm:resizeHandles val="exact"/>
        </dgm:presLayoutVars>
      </dgm:prSet>
      <dgm:spPr/>
    </dgm:pt>
    <dgm:pt modelId="{EAAE02E2-CEBE-4B5D-9AFD-12467A38609D}" type="pres">
      <dgm:prSet presAssocID="{499F0C47-2AB4-4E28-A02B-982CBE42B988}" presName="compNode" presStyleCnt="0"/>
      <dgm:spPr/>
    </dgm:pt>
    <dgm:pt modelId="{7AEBF7C0-B48A-40A7-8DDD-0DB529C47506}" type="pres">
      <dgm:prSet presAssocID="{499F0C47-2AB4-4E28-A02B-982CBE42B988}" presName="bgRect" presStyleLbl="bgShp" presStyleIdx="0" presStyleCnt="3"/>
      <dgm:spPr/>
    </dgm:pt>
    <dgm:pt modelId="{582C47BF-56F5-40B8-B55B-87F0E9D8063D}" type="pres">
      <dgm:prSet presAssocID="{499F0C47-2AB4-4E28-A02B-982CBE42B9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40041A4-5EA3-48AD-9B82-BA24F1E1BDB4}" type="pres">
      <dgm:prSet presAssocID="{499F0C47-2AB4-4E28-A02B-982CBE42B988}" presName="spaceRect" presStyleCnt="0"/>
      <dgm:spPr/>
    </dgm:pt>
    <dgm:pt modelId="{2548B0C8-D185-4AFC-8C71-87C5BB86394A}" type="pres">
      <dgm:prSet presAssocID="{499F0C47-2AB4-4E28-A02B-982CBE42B988}" presName="parTx" presStyleLbl="revTx" presStyleIdx="0" presStyleCnt="3">
        <dgm:presLayoutVars>
          <dgm:chMax val="0"/>
          <dgm:chPref val="0"/>
        </dgm:presLayoutVars>
      </dgm:prSet>
      <dgm:spPr/>
    </dgm:pt>
    <dgm:pt modelId="{C115CAD8-CB9E-451D-948D-C44F556B7C60}" type="pres">
      <dgm:prSet presAssocID="{43C49093-2351-432D-A415-1823D6E30FFB}" presName="sibTrans" presStyleCnt="0"/>
      <dgm:spPr/>
    </dgm:pt>
    <dgm:pt modelId="{28E9BB52-31C1-41D9-A7E0-9DDFB176D966}" type="pres">
      <dgm:prSet presAssocID="{5B6DDABF-0F29-4A86-9A92-16B73AB565BA}" presName="compNode" presStyleCnt="0"/>
      <dgm:spPr/>
    </dgm:pt>
    <dgm:pt modelId="{3705C0C8-FB94-4FAD-AF1D-397695CCB9EF}" type="pres">
      <dgm:prSet presAssocID="{5B6DDABF-0F29-4A86-9A92-16B73AB565BA}" presName="bgRect" presStyleLbl="bgShp" presStyleIdx="1" presStyleCnt="3"/>
      <dgm:spPr/>
    </dgm:pt>
    <dgm:pt modelId="{D158CE2A-E5DF-4199-B31D-7BA4733DE466}" type="pres">
      <dgm:prSet presAssocID="{5B6DDABF-0F29-4A86-9A92-16B73AB565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0A41560A-8CAC-41E4-BCAB-8F761B879649}" type="pres">
      <dgm:prSet presAssocID="{5B6DDABF-0F29-4A86-9A92-16B73AB565BA}" presName="spaceRect" presStyleCnt="0"/>
      <dgm:spPr/>
    </dgm:pt>
    <dgm:pt modelId="{7D20BB42-A68A-4504-8EAF-640AEA8213CA}" type="pres">
      <dgm:prSet presAssocID="{5B6DDABF-0F29-4A86-9A92-16B73AB565BA}" presName="parTx" presStyleLbl="revTx" presStyleIdx="1" presStyleCnt="3">
        <dgm:presLayoutVars>
          <dgm:chMax val="0"/>
          <dgm:chPref val="0"/>
        </dgm:presLayoutVars>
      </dgm:prSet>
      <dgm:spPr/>
    </dgm:pt>
    <dgm:pt modelId="{04EE85D0-E937-41D9-9FC8-D86805FACB87}" type="pres">
      <dgm:prSet presAssocID="{B81D9947-0CA2-4C0C-978B-AF970D8534E9}" presName="sibTrans" presStyleCnt="0"/>
      <dgm:spPr/>
    </dgm:pt>
    <dgm:pt modelId="{94D4F2E6-AB18-40D1-8171-E9ED651BE84B}" type="pres">
      <dgm:prSet presAssocID="{157FABC4-D109-41ED-AD1C-395DD021F228}" presName="compNode" presStyleCnt="0"/>
      <dgm:spPr/>
    </dgm:pt>
    <dgm:pt modelId="{92F1FA40-EEE5-40B4-8C9B-4D174B6C556C}" type="pres">
      <dgm:prSet presAssocID="{157FABC4-D109-41ED-AD1C-395DD021F228}" presName="bgRect" presStyleLbl="bgShp" presStyleIdx="2" presStyleCnt="3"/>
      <dgm:spPr/>
    </dgm:pt>
    <dgm:pt modelId="{91CEE4FD-369C-4470-AF80-E9D3FA8854D6}" type="pres">
      <dgm:prSet presAssocID="{157FABC4-D109-41ED-AD1C-395DD021F22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899C02A-AC3A-4603-89C3-FC5173CAF50B}" type="pres">
      <dgm:prSet presAssocID="{157FABC4-D109-41ED-AD1C-395DD021F228}" presName="spaceRect" presStyleCnt="0"/>
      <dgm:spPr/>
    </dgm:pt>
    <dgm:pt modelId="{B22BB623-E1E5-4A51-B162-6E5EE0EF2D2D}" type="pres">
      <dgm:prSet presAssocID="{157FABC4-D109-41ED-AD1C-395DD021F22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774D19-D777-485A-B68F-CF81C2101A3D}" type="presOf" srcId="{5645DCD3-8B3B-41DE-923F-D95A28878129}" destId="{BC1B22C8-BEF3-40E0-8A63-281FA7D238B0}" srcOrd="0" destOrd="0" presId="urn:microsoft.com/office/officeart/2018/2/layout/IconVerticalSolidList"/>
    <dgm:cxn modelId="{94550D23-9500-4B7A-9361-85792E9FC0E1}" type="presOf" srcId="{5B6DDABF-0F29-4A86-9A92-16B73AB565BA}" destId="{7D20BB42-A68A-4504-8EAF-640AEA8213CA}" srcOrd="0" destOrd="0" presId="urn:microsoft.com/office/officeart/2018/2/layout/IconVerticalSolidList"/>
    <dgm:cxn modelId="{E5A0286E-B064-4A62-A928-0167F9F04DBC}" type="presOf" srcId="{157FABC4-D109-41ED-AD1C-395DD021F228}" destId="{B22BB623-E1E5-4A51-B162-6E5EE0EF2D2D}" srcOrd="0" destOrd="0" presId="urn:microsoft.com/office/officeart/2018/2/layout/IconVerticalSolidList"/>
    <dgm:cxn modelId="{6E30C3AB-1596-4331-A43E-62686A7870CB}" type="presOf" srcId="{499F0C47-2AB4-4E28-A02B-982CBE42B988}" destId="{2548B0C8-D185-4AFC-8C71-87C5BB86394A}" srcOrd="0" destOrd="0" presId="urn:microsoft.com/office/officeart/2018/2/layout/IconVerticalSolidList"/>
    <dgm:cxn modelId="{7E9661C9-4232-431D-A985-F9FADECC7D36}" srcId="{5645DCD3-8B3B-41DE-923F-D95A28878129}" destId="{5B6DDABF-0F29-4A86-9A92-16B73AB565BA}" srcOrd="1" destOrd="0" parTransId="{35EEF7C3-B482-46DC-9834-09063483383A}" sibTransId="{B81D9947-0CA2-4C0C-978B-AF970D8534E9}"/>
    <dgm:cxn modelId="{429BA4F5-358C-4E21-B91A-3F7D200D0560}" srcId="{5645DCD3-8B3B-41DE-923F-D95A28878129}" destId="{499F0C47-2AB4-4E28-A02B-982CBE42B988}" srcOrd="0" destOrd="0" parTransId="{4EF25FBF-C4C3-4B0C-AC80-6DD1556CE739}" sibTransId="{43C49093-2351-432D-A415-1823D6E30FFB}"/>
    <dgm:cxn modelId="{BD3E0BFD-C732-466B-A296-C593A930C32E}" srcId="{5645DCD3-8B3B-41DE-923F-D95A28878129}" destId="{157FABC4-D109-41ED-AD1C-395DD021F228}" srcOrd="2" destOrd="0" parTransId="{12FDC545-5E3B-4D09-9E44-1B5814B2CFB8}" sibTransId="{F82F3E20-178E-4000-A9B5-D26D059E3B70}"/>
    <dgm:cxn modelId="{69752AE0-42DB-4EB0-9F1F-1C5BF520D574}" type="presParOf" srcId="{BC1B22C8-BEF3-40E0-8A63-281FA7D238B0}" destId="{EAAE02E2-CEBE-4B5D-9AFD-12467A38609D}" srcOrd="0" destOrd="0" presId="urn:microsoft.com/office/officeart/2018/2/layout/IconVerticalSolidList"/>
    <dgm:cxn modelId="{28DFD33E-2E20-4688-8BFE-34FA2CAD8A4C}" type="presParOf" srcId="{EAAE02E2-CEBE-4B5D-9AFD-12467A38609D}" destId="{7AEBF7C0-B48A-40A7-8DDD-0DB529C47506}" srcOrd="0" destOrd="0" presId="urn:microsoft.com/office/officeart/2018/2/layout/IconVerticalSolidList"/>
    <dgm:cxn modelId="{F1E858BC-98BA-4B06-9F29-46CC544FAA11}" type="presParOf" srcId="{EAAE02E2-CEBE-4B5D-9AFD-12467A38609D}" destId="{582C47BF-56F5-40B8-B55B-87F0E9D8063D}" srcOrd="1" destOrd="0" presId="urn:microsoft.com/office/officeart/2018/2/layout/IconVerticalSolidList"/>
    <dgm:cxn modelId="{2A1718A2-63D4-4EB7-BDBB-293073D2D0E0}" type="presParOf" srcId="{EAAE02E2-CEBE-4B5D-9AFD-12467A38609D}" destId="{640041A4-5EA3-48AD-9B82-BA24F1E1BDB4}" srcOrd="2" destOrd="0" presId="urn:microsoft.com/office/officeart/2018/2/layout/IconVerticalSolidList"/>
    <dgm:cxn modelId="{A0EA20F9-E3EC-4159-A5E4-62978016FCD0}" type="presParOf" srcId="{EAAE02E2-CEBE-4B5D-9AFD-12467A38609D}" destId="{2548B0C8-D185-4AFC-8C71-87C5BB86394A}" srcOrd="3" destOrd="0" presId="urn:microsoft.com/office/officeart/2018/2/layout/IconVerticalSolidList"/>
    <dgm:cxn modelId="{354140C0-9B1B-4BDD-8355-368DDA5182AB}" type="presParOf" srcId="{BC1B22C8-BEF3-40E0-8A63-281FA7D238B0}" destId="{C115CAD8-CB9E-451D-948D-C44F556B7C60}" srcOrd="1" destOrd="0" presId="urn:microsoft.com/office/officeart/2018/2/layout/IconVerticalSolidList"/>
    <dgm:cxn modelId="{8A00CB52-7C82-4E74-BE0F-34DD976875AE}" type="presParOf" srcId="{BC1B22C8-BEF3-40E0-8A63-281FA7D238B0}" destId="{28E9BB52-31C1-41D9-A7E0-9DDFB176D966}" srcOrd="2" destOrd="0" presId="urn:microsoft.com/office/officeart/2018/2/layout/IconVerticalSolidList"/>
    <dgm:cxn modelId="{581855A2-88A9-4892-98EA-3A49A132C2EF}" type="presParOf" srcId="{28E9BB52-31C1-41D9-A7E0-9DDFB176D966}" destId="{3705C0C8-FB94-4FAD-AF1D-397695CCB9EF}" srcOrd="0" destOrd="0" presId="urn:microsoft.com/office/officeart/2018/2/layout/IconVerticalSolidList"/>
    <dgm:cxn modelId="{51E10906-5EDE-4426-9425-0308D90DE08A}" type="presParOf" srcId="{28E9BB52-31C1-41D9-A7E0-9DDFB176D966}" destId="{D158CE2A-E5DF-4199-B31D-7BA4733DE466}" srcOrd="1" destOrd="0" presId="urn:microsoft.com/office/officeart/2018/2/layout/IconVerticalSolidList"/>
    <dgm:cxn modelId="{A20C4D08-9951-4D9E-9B89-48E9211E2BAE}" type="presParOf" srcId="{28E9BB52-31C1-41D9-A7E0-9DDFB176D966}" destId="{0A41560A-8CAC-41E4-BCAB-8F761B879649}" srcOrd="2" destOrd="0" presId="urn:microsoft.com/office/officeart/2018/2/layout/IconVerticalSolidList"/>
    <dgm:cxn modelId="{03CCA566-82AE-4EEE-9033-FC568867155F}" type="presParOf" srcId="{28E9BB52-31C1-41D9-A7E0-9DDFB176D966}" destId="{7D20BB42-A68A-4504-8EAF-640AEA8213CA}" srcOrd="3" destOrd="0" presId="urn:microsoft.com/office/officeart/2018/2/layout/IconVerticalSolidList"/>
    <dgm:cxn modelId="{69E74948-F71A-43D2-9046-E4E41B61B987}" type="presParOf" srcId="{BC1B22C8-BEF3-40E0-8A63-281FA7D238B0}" destId="{04EE85D0-E937-41D9-9FC8-D86805FACB87}" srcOrd="3" destOrd="0" presId="urn:microsoft.com/office/officeart/2018/2/layout/IconVerticalSolidList"/>
    <dgm:cxn modelId="{246DA226-7391-4577-B63A-C5ACE31A29EF}" type="presParOf" srcId="{BC1B22C8-BEF3-40E0-8A63-281FA7D238B0}" destId="{94D4F2E6-AB18-40D1-8171-E9ED651BE84B}" srcOrd="4" destOrd="0" presId="urn:microsoft.com/office/officeart/2018/2/layout/IconVerticalSolidList"/>
    <dgm:cxn modelId="{7902D01A-59D4-4E89-9DB4-24E62906E017}" type="presParOf" srcId="{94D4F2E6-AB18-40D1-8171-E9ED651BE84B}" destId="{92F1FA40-EEE5-40B4-8C9B-4D174B6C556C}" srcOrd="0" destOrd="0" presId="urn:microsoft.com/office/officeart/2018/2/layout/IconVerticalSolidList"/>
    <dgm:cxn modelId="{311777F0-3D33-407F-9DB9-4FC7EB82A9E7}" type="presParOf" srcId="{94D4F2E6-AB18-40D1-8171-E9ED651BE84B}" destId="{91CEE4FD-369C-4470-AF80-E9D3FA8854D6}" srcOrd="1" destOrd="0" presId="urn:microsoft.com/office/officeart/2018/2/layout/IconVerticalSolidList"/>
    <dgm:cxn modelId="{F1B8F593-D916-4E28-A67C-9505B0C6E72E}" type="presParOf" srcId="{94D4F2E6-AB18-40D1-8171-E9ED651BE84B}" destId="{D899C02A-AC3A-4603-89C3-FC5173CAF50B}" srcOrd="2" destOrd="0" presId="urn:microsoft.com/office/officeart/2018/2/layout/IconVerticalSolidList"/>
    <dgm:cxn modelId="{A2C105C9-6B5E-48B1-B5D9-43A455C9BC48}" type="presParOf" srcId="{94D4F2E6-AB18-40D1-8171-E9ED651BE84B}" destId="{B22BB623-E1E5-4A51-B162-6E5EE0EF2D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2CEB6E-47B1-49AC-BC39-F082C4C09766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CADA14-D29C-425E-ACD1-A484B5F08239}">
      <dgm:prSet/>
      <dgm:spPr/>
      <dgm:t>
        <a:bodyPr/>
        <a:lstStyle/>
        <a:p>
          <a:r>
            <a:rPr lang="en-US"/>
            <a:t>Upload your trip or policy</a:t>
          </a:r>
        </a:p>
      </dgm:t>
    </dgm:pt>
    <dgm:pt modelId="{63600945-5B81-4DE2-8E59-8375E1637A5C}" type="parTrans" cxnId="{575C10CC-5239-4072-997D-D2796C58AA7C}">
      <dgm:prSet/>
      <dgm:spPr/>
      <dgm:t>
        <a:bodyPr/>
        <a:lstStyle/>
        <a:p>
          <a:endParaRPr lang="en-US"/>
        </a:p>
      </dgm:t>
    </dgm:pt>
    <dgm:pt modelId="{A14DFAA7-A97A-42B1-BBB3-14B1913C649D}" type="sibTrans" cxnId="{575C10CC-5239-4072-997D-D2796C58AA7C}">
      <dgm:prSet/>
      <dgm:spPr/>
      <dgm:t>
        <a:bodyPr/>
        <a:lstStyle/>
        <a:p>
          <a:endParaRPr lang="en-US"/>
        </a:p>
      </dgm:t>
    </dgm:pt>
    <dgm:pt modelId="{C7AC3888-F594-4F7E-8BF4-AB162469C306}">
      <dgm:prSet/>
      <dgm:spPr/>
      <dgm:t>
        <a:bodyPr/>
        <a:lstStyle/>
        <a:p>
          <a:r>
            <a:rPr lang="en-US"/>
            <a:t>Ask questions, get instant citations</a:t>
          </a:r>
        </a:p>
      </dgm:t>
    </dgm:pt>
    <dgm:pt modelId="{FCCA5A9B-4F4C-4121-B653-BFF4B18CF99E}" type="parTrans" cxnId="{95BA6440-0370-4DA7-AC9B-911C175A8AF0}">
      <dgm:prSet/>
      <dgm:spPr/>
      <dgm:t>
        <a:bodyPr/>
        <a:lstStyle/>
        <a:p>
          <a:endParaRPr lang="en-US"/>
        </a:p>
      </dgm:t>
    </dgm:pt>
    <dgm:pt modelId="{7ADE0919-E679-44B0-A4B4-68261F02431C}" type="sibTrans" cxnId="{95BA6440-0370-4DA7-AC9B-911C175A8AF0}">
      <dgm:prSet/>
      <dgm:spPr/>
      <dgm:t>
        <a:bodyPr/>
        <a:lstStyle/>
        <a:p>
          <a:endParaRPr lang="en-US"/>
        </a:p>
      </dgm:t>
    </dgm:pt>
    <dgm:pt modelId="{EC89CD78-9060-4AB9-AC38-13DA527BC8B2}">
      <dgm:prSet/>
      <dgm:spPr/>
      <dgm:t>
        <a:bodyPr/>
        <a:lstStyle/>
        <a:p>
          <a:r>
            <a:rPr lang="en-US"/>
            <a:t>Chat-based quote and checkout</a:t>
          </a:r>
        </a:p>
      </dgm:t>
    </dgm:pt>
    <dgm:pt modelId="{47611EED-0C51-4A48-B365-A233D8CAA83C}" type="parTrans" cxnId="{0908E506-C060-4F76-8C62-EE143B24D506}">
      <dgm:prSet/>
      <dgm:spPr/>
      <dgm:t>
        <a:bodyPr/>
        <a:lstStyle/>
        <a:p>
          <a:endParaRPr lang="en-US"/>
        </a:p>
      </dgm:t>
    </dgm:pt>
    <dgm:pt modelId="{C648F86B-8B2F-46CE-AB8D-597203D695C4}" type="sibTrans" cxnId="{0908E506-C060-4F76-8C62-EE143B24D506}">
      <dgm:prSet/>
      <dgm:spPr/>
      <dgm:t>
        <a:bodyPr/>
        <a:lstStyle/>
        <a:p>
          <a:endParaRPr lang="en-US"/>
        </a:p>
      </dgm:t>
    </dgm:pt>
    <dgm:pt modelId="{90652A3C-3697-4B4B-9B66-B4C73D6B6476}">
      <dgm:prSet/>
      <dgm:spPr/>
      <dgm:t>
        <a:bodyPr/>
        <a:lstStyle/>
        <a:p>
          <a:r>
            <a:rPr lang="en-US"/>
            <a:t>Personalized plan recommendations</a:t>
          </a:r>
        </a:p>
      </dgm:t>
    </dgm:pt>
    <dgm:pt modelId="{8A23E0BD-383D-4EB0-8F5E-CA5DDC1778EF}" type="parTrans" cxnId="{F3CB8E03-7CE4-4D36-A967-EDFF2CD99F58}">
      <dgm:prSet/>
      <dgm:spPr/>
      <dgm:t>
        <a:bodyPr/>
        <a:lstStyle/>
        <a:p>
          <a:endParaRPr lang="en-US"/>
        </a:p>
      </dgm:t>
    </dgm:pt>
    <dgm:pt modelId="{B3D92643-910A-492D-BC15-2E3FE6DD280F}" type="sibTrans" cxnId="{F3CB8E03-7CE4-4D36-A967-EDFF2CD99F58}">
      <dgm:prSet/>
      <dgm:spPr/>
      <dgm:t>
        <a:bodyPr/>
        <a:lstStyle/>
        <a:p>
          <a:endParaRPr lang="en-US"/>
        </a:p>
      </dgm:t>
    </dgm:pt>
    <dgm:pt modelId="{07BB38F2-D3E4-482D-A5CE-AD88D8EA994A}" type="pres">
      <dgm:prSet presAssocID="{C02CEB6E-47B1-49AC-BC39-F082C4C09766}" presName="outerComposite" presStyleCnt="0">
        <dgm:presLayoutVars>
          <dgm:chMax val="5"/>
          <dgm:dir/>
          <dgm:resizeHandles val="exact"/>
        </dgm:presLayoutVars>
      </dgm:prSet>
      <dgm:spPr/>
    </dgm:pt>
    <dgm:pt modelId="{3440379B-1D1D-4EE2-BCFB-753D75543FD3}" type="pres">
      <dgm:prSet presAssocID="{C02CEB6E-47B1-49AC-BC39-F082C4C09766}" presName="dummyMaxCanvas" presStyleCnt="0">
        <dgm:presLayoutVars/>
      </dgm:prSet>
      <dgm:spPr/>
    </dgm:pt>
    <dgm:pt modelId="{F432AAD4-DCFB-41DC-9C01-ABD3FF56A024}" type="pres">
      <dgm:prSet presAssocID="{C02CEB6E-47B1-49AC-BC39-F082C4C09766}" presName="FourNodes_1" presStyleLbl="node1" presStyleIdx="0" presStyleCnt="4">
        <dgm:presLayoutVars>
          <dgm:bulletEnabled val="1"/>
        </dgm:presLayoutVars>
      </dgm:prSet>
      <dgm:spPr/>
    </dgm:pt>
    <dgm:pt modelId="{E9C6AA7A-65EC-4DD4-B7CA-B72F2313CF54}" type="pres">
      <dgm:prSet presAssocID="{C02CEB6E-47B1-49AC-BC39-F082C4C09766}" presName="FourNodes_2" presStyleLbl="node1" presStyleIdx="1" presStyleCnt="4">
        <dgm:presLayoutVars>
          <dgm:bulletEnabled val="1"/>
        </dgm:presLayoutVars>
      </dgm:prSet>
      <dgm:spPr/>
    </dgm:pt>
    <dgm:pt modelId="{57C49295-76A8-4088-83E7-B199E9A555E0}" type="pres">
      <dgm:prSet presAssocID="{C02CEB6E-47B1-49AC-BC39-F082C4C09766}" presName="FourNodes_3" presStyleLbl="node1" presStyleIdx="2" presStyleCnt="4">
        <dgm:presLayoutVars>
          <dgm:bulletEnabled val="1"/>
        </dgm:presLayoutVars>
      </dgm:prSet>
      <dgm:spPr/>
    </dgm:pt>
    <dgm:pt modelId="{52854517-F60C-463F-9DDF-1F436A968F7C}" type="pres">
      <dgm:prSet presAssocID="{C02CEB6E-47B1-49AC-BC39-F082C4C09766}" presName="FourNodes_4" presStyleLbl="node1" presStyleIdx="3" presStyleCnt="4">
        <dgm:presLayoutVars>
          <dgm:bulletEnabled val="1"/>
        </dgm:presLayoutVars>
      </dgm:prSet>
      <dgm:spPr/>
    </dgm:pt>
    <dgm:pt modelId="{18405625-702D-4174-9A80-B8188C0D75CE}" type="pres">
      <dgm:prSet presAssocID="{C02CEB6E-47B1-49AC-BC39-F082C4C09766}" presName="FourConn_1-2" presStyleLbl="fgAccFollowNode1" presStyleIdx="0" presStyleCnt="3">
        <dgm:presLayoutVars>
          <dgm:bulletEnabled val="1"/>
        </dgm:presLayoutVars>
      </dgm:prSet>
      <dgm:spPr/>
    </dgm:pt>
    <dgm:pt modelId="{348C89F3-2C66-4E89-89F5-D1A1C26C96A4}" type="pres">
      <dgm:prSet presAssocID="{C02CEB6E-47B1-49AC-BC39-F082C4C09766}" presName="FourConn_2-3" presStyleLbl="fgAccFollowNode1" presStyleIdx="1" presStyleCnt="3">
        <dgm:presLayoutVars>
          <dgm:bulletEnabled val="1"/>
        </dgm:presLayoutVars>
      </dgm:prSet>
      <dgm:spPr/>
    </dgm:pt>
    <dgm:pt modelId="{3F82BE95-C0B5-4274-A205-0A553F1F09BA}" type="pres">
      <dgm:prSet presAssocID="{C02CEB6E-47B1-49AC-BC39-F082C4C09766}" presName="FourConn_3-4" presStyleLbl="fgAccFollowNode1" presStyleIdx="2" presStyleCnt="3">
        <dgm:presLayoutVars>
          <dgm:bulletEnabled val="1"/>
        </dgm:presLayoutVars>
      </dgm:prSet>
      <dgm:spPr/>
    </dgm:pt>
    <dgm:pt modelId="{351ECB41-BB6A-4F5A-A63E-61306FEF3F98}" type="pres">
      <dgm:prSet presAssocID="{C02CEB6E-47B1-49AC-BC39-F082C4C09766}" presName="FourNodes_1_text" presStyleLbl="node1" presStyleIdx="3" presStyleCnt="4">
        <dgm:presLayoutVars>
          <dgm:bulletEnabled val="1"/>
        </dgm:presLayoutVars>
      </dgm:prSet>
      <dgm:spPr/>
    </dgm:pt>
    <dgm:pt modelId="{EC68996E-1D34-4573-81AB-82A4637F1733}" type="pres">
      <dgm:prSet presAssocID="{C02CEB6E-47B1-49AC-BC39-F082C4C09766}" presName="FourNodes_2_text" presStyleLbl="node1" presStyleIdx="3" presStyleCnt="4">
        <dgm:presLayoutVars>
          <dgm:bulletEnabled val="1"/>
        </dgm:presLayoutVars>
      </dgm:prSet>
      <dgm:spPr/>
    </dgm:pt>
    <dgm:pt modelId="{5D6D152D-FEB3-4DF6-88FA-1C0B029FB687}" type="pres">
      <dgm:prSet presAssocID="{C02CEB6E-47B1-49AC-BC39-F082C4C09766}" presName="FourNodes_3_text" presStyleLbl="node1" presStyleIdx="3" presStyleCnt="4">
        <dgm:presLayoutVars>
          <dgm:bulletEnabled val="1"/>
        </dgm:presLayoutVars>
      </dgm:prSet>
      <dgm:spPr/>
    </dgm:pt>
    <dgm:pt modelId="{BDC3FDF7-4953-4696-93B0-56330016FFD0}" type="pres">
      <dgm:prSet presAssocID="{C02CEB6E-47B1-49AC-BC39-F082C4C0976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3CB8E03-7CE4-4D36-A967-EDFF2CD99F58}" srcId="{C02CEB6E-47B1-49AC-BC39-F082C4C09766}" destId="{90652A3C-3697-4B4B-9B66-B4C73D6B6476}" srcOrd="3" destOrd="0" parTransId="{8A23E0BD-383D-4EB0-8F5E-CA5DDC1778EF}" sibTransId="{B3D92643-910A-492D-BC15-2E3FE6DD280F}"/>
    <dgm:cxn modelId="{0908E506-C060-4F76-8C62-EE143B24D506}" srcId="{C02CEB6E-47B1-49AC-BC39-F082C4C09766}" destId="{EC89CD78-9060-4AB9-AC38-13DA527BC8B2}" srcOrd="2" destOrd="0" parTransId="{47611EED-0C51-4A48-B365-A233D8CAA83C}" sibTransId="{C648F86B-8B2F-46CE-AB8D-597203D695C4}"/>
    <dgm:cxn modelId="{62F8A90B-7E8F-4EBB-96C7-0D332E38806A}" type="presOf" srcId="{41CADA14-D29C-425E-ACD1-A484B5F08239}" destId="{351ECB41-BB6A-4F5A-A63E-61306FEF3F98}" srcOrd="1" destOrd="0" presId="urn:microsoft.com/office/officeart/2005/8/layout/vProcess5"/>
    <dgm:cxn modelId="{94417310-56E3-4E3B-9A4E-828D4356089A}" type="presOf" srcId="{90652A3C-3697-4B4B-9B66-B4C73D6B6476}" destId="{BDC3FDF7-4953-4696-93B0-56330016FFD0}" srcOrd="1" destOrd="0" presId="urn:microsoft.com/office/officeart/2005/8/layout/vProcess5"/>
    <dgm:cxn modelId="{51BA2914-CCE6-4B05-8C80-5873B3A35441}" type="presOf" srcId="{C648F86B-8B2F-46CE-AB8D-597203D695C4}" destId="{3F82BE95-C0B5-4274-A205-0A553F1F09BA}" srcOrd="0" destOrd="0" presId="urn:microsoft.com/office/officeart/2005/8/layout/vProcess5"/>
    <dgm:cxn modelId="{B06A5D20-842F-4C23-9E82-00A7DD4C3AC2}" type="presOf" srcId="{C02CEB6E-47B1-49AC-BC39-F082C4C09766}" destId="{07BB38F2-D3E4-482D-A5CE-AD88D8EA994A}" srcOrd="0" destOrd="0" presId="urn:microsoft.com/office/officeart/2005/8/layout/vProcess5"/>
    <dgm:cxn modelId="{62C2363E-E1B3-4013-90AD-B308C30A0AA9}" type="presOf" srcId="{EC89CD78-9060-4AB9-AC38-13DA527BC8B2}" destId="{5D6D152D-FEB3-4DF6-88FA-1C0B029FB687}" srcOrd="1" destOrd="0" presId="urn:microsoft.com/office/officeart/2005/8/layout/vProcess5"/>
    <dgm:cxn modelId="{95BA6440-0370-4DA7-AC9B-911C175A8AF0}" srcId="{C02CEB6E-47B1-49AC-BC39-F082C4C09766}" destId="{C7AC3888-F594-4F7E-8BF4-AB162469C306}" srcOrd="1" destOrd="0" parTransId="{FCCA5A9B-4F4C-4121-B653-BFF4B18CF99E}" sibTransId="{7ADE0919-E679-44B0-A4B4-68261F02431C}"/>
    <dgm:cxn modelId="{D8C96566-4D4B-47BB-BB1B-37A79BC20B16}" type="presOf" srcId="{7ADE0919-E679-44B0-A4B4-68261F02431C}" destId="{348C89F3-2C66-4E89-89F5-D1A1C26C96A4}" srcOrd="0" destOrd="0" presId="urn:microsoft.com/office/officeart/2005/8/layout/vProcess5"/>
    <dgm:cxn modelId="{3AA9CD67-826F-4B4C-BF19-79A59F103A86}" type="presOf" srcId="{A14DFAA7-A97A-42B1-BBB3-14B1913C649D}" destId="{18405625-702D-4174-9A80-B8188C0D75CE}" srcOrd="0" destOrd="0" presId="urn:microsoft.com/office/officeart/2005/8/layout/vProcess5"/>
    <dgm:cxn modelId="{9391724F-86FA-4222-AAC6-32BE40F1FAF0}" type="presOf" srcId="{90652A3C-3697-4B4B-9B66-B4C73D6B6476}" destId="{52854517-F60C-463F-9DDF-1F436A968F7C}" srcOrd="0" destOrd="0" presId="urn:microsoft.com/office/officeart/2005/8/layout/vProcess5"/>
    <dgm:cxn modelId="{6E915E91-A1C7-4EA5-BAEA-080A724CDEF5}" type="presOf" srcId="{C7AC3888-F594-4F7E-8BF4-AB162469C306}" destId="{EC68996E-1D34-4573-81AB-82A4637F1733}" srcOrd="1" destOrd="0" presId="urn:microsoft.com/office/officeart/2005/8/layout/vProcess5"/>
    <dgm:cxn modelId="{EB7F0A95-44E4-463D-B6CA-E1DDF3634531}" type="presOf" srcId="{EC89CD78-9060-4AB9-AC38-13DA527BC8B2}" destId="{57C49295-76A8-4088-83E7-B199E9A555E0}" srcOrd="0" destOrd="0" presId="urn:microsoft.com/office/officeart/2005/8/layout/vProcess5"/>
    <dgm:cxn modelId="{575C10CC-5239-4072-997D-D2796C58AA7C}" srcId="{C02CEB6E-47B1-49AC-BC39-F082C4C09766}" destId="{41CADA14-D29C-425E-ACD1-A484B5F08239}" srcOrd="0" destOrd="0" parTransId="{63600945-5B81-4DE2-8E59-8375E1637A5C}" sibTransId="{A14DFAA7-A97A-42B1-BBB3-14B1913C649D}"/>
    <dgm:cxn modelId="{43DC45D2-8D37-4A85-946A-57321E4893B5}" type="presOf" srcId="{41CADA14-D29C-425E-ACD1-A484B5F08239}" destId="{F432AAD4-DCFB-41DC-9C01-ABD3FF56A024}" srcOrd="0" destOrd="0" presId="urn:microsoft.com/office/officeart/2005/8/layout/vProcess5"/>
    <dgm:cxn modelId="{488D6CF3-2AFC-4FC3-A3FB-B065793989F4}" type="presOf" srcId="{C7AC3888-F594-4F7E-8BF4-AB162469C306}" destId="{E9C6AA7A-65EC-4DD4-B7CA-B72F2313CF54}" srcOrd="0" destOrd="0" presId="urn:microsoft.com/office/officeart/2005/8/layout/vProcess5"/>
    <dgm:cxn modelId="{4D572A2C-0A36-4511-B851-40821C87F039}" type="presParOf" srcId="{07BB38F2-D3E4-482D-A5CE-AD88D8EA994A}" destId="{3440379B-1D1D-4EE2-BCFB-753D75543FD3}" srcOrd="0" destOrd="0" presId="urn:microsoft.com/office/officeart/2005/8/layout/vProcess5"/>
    <dgm:cxn modelId="{D51C87A8-1FD4-4A12-9EBB-F850BF182717}" type="presParOf" srcId="{07BB38F2-D3E4-482D-A5CE-AD88D8EA994A}" destId="{F432AAD4-DCFB-41DC-9C01-ABD3FF56A024}" srcOrd="1" destOrd="0" presId="urn:microsoft.com/office/officeart/2005/8/layout/vProcess5"/>
    <dgm:cxn modelId="{B5107223-2275-4E68-9786-D93B36D404D9}" type="presParOf" srcId="{07BB38F2-D3E4-482D-A5CE-AD88D8EA994A}" destId="{E9C6AA7A-65EC-4DD4-B7CA-B72F2313CF54}" srcOrd="2" destOrd="0" presId="urn:microsoft.com/office/officeart/2005/8/layout/vProcess5"/>
    <dgm:cxn modelId="{AD3B6F5A-F0C0-433F-848E-3FD0A7B33A31}" type="presParOf" srcId="{07BB38F2-D3E4-482D-A5CE-AD88D8EA994A}" destId="{57C49295-76A8-4088-83E7-B199E9A555E0}" srcOrd="3" destOrd="0" presId="urn:microsoft.com/office/officeart/2005/8/layout/vProcess5"/>
    <dgm:cxn modelId="{7D512B25-95D9-4CE0-B854-39B6E61A475D}" type="presParOf" srcId="{07BB38F2-D3E4-482D-A5CE-AD88D8EA994A}" destId="{52854517-F60C-463F-9DDF-1F436A968F7C}" srcOrd="4" destOrd="0" presId="urn:microsoft.com/office/officeart/2005/8/layout/vProcess5"/>
    <dgm:cxn modelId="{36A890BD-CA6D-4F34-ADBE-8FF1781FDFEF}" type="presParOf" srcId="{07BB38F2-D3E4-482D-A5CE-AD88D8EA994A}" destId="{18405625-702D-4174-9A80-B8188C0D75CE}" srcOrd="5" destOrd="0" presId="urn:microsoft.com/office/officeart/2005/8/layout/vProcess5"/>
    <dgm:cxn modelId="{D79CC78A-FB03-48BB-B0DF-DCB4DCE5B621}" type="presParOf" srcId="{07BB38F2-D3E4-482D-A5CE-AD88D8EA994A}" destId="{348C89F3-2C66-4E89-89F5-D1A1C26C96A4}" srcOrd="6" destOrd="0" presId="urn:microsoft.com/office/officeart/2005/8/layout/vProcess5"/>
    <dgm:cxn modelId="{C8CD39FD-FD7F-46B8-A7A9-5E7722FDB5F8}" type="presParOf" srcId="{07BB38F2-D3E4-482D-A5CE-AD88D8EA994A}" destId="{3F82BE95-C0B5-4274-A205-0A553F1F09BA}" srcOrd="7" destOrd="0" presId="urn:microsoft.com/office/officeart/2005/8/layout/vProcess5"/>
    <dgm:cxn modelId="{F09670F4-1B4A-440E-A60F-362DDDFABEE2}" type="presParOf" srcId="{07BB38F2-D3E4-482D-A5CE-AD88D8EA994A}" destId="{351ECB41-BB6A-4F5A-A63E-61306FEF3F98}" srcOrd="8" destOrd="0" presId="urn:microsoft.com/office/officeart/2005/8/layout/vProcess5"/>
    <dgm:cxn modelId="{1CEDF8AF-FF1B-410E-AF74-DA4690576B29}" type="presParOf" srcId="{07BB38F2-D3E4-482D-A5CE-AD88D8EA994A}" destId="{EC68996E-1D34-4573-81AB-82A4637F1733}" srcOrd="9" destOrd="0" presId="urn:microsoft.com/office/officeart/2005/8/layout/vProcess5"/>
    <dgm:cxn modelId="{8037BFFB-EF5D-4B30-96BE-34DE6EC764A3}" type="presParOf" srcId="{07BB38F2-D3E4-482D-A5CE-AD88D8EA994A}" destId="{5D6D152D-FEB3-4DF6-88FA-1C0B029FB687}" srcOrd="10" destOrd="0" presId="urn:microsoft.com/office/officeart/2005/8/layout/vProcess5"/>
    <dgm:cxn modelId="{5A20E925-6281-438F-A061-ECDAA497DC1F}" type="presParOf" srcId="{07BB38F2-D3E4-482D-A5CE-AD88D8EA994A}" destId="{BDC3FDF7-4953-4696-93B0-56330016FFD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5DF3CA-DB91-4E21-A838-E8F0F139FB8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2B0619-A640-466A-B773-6D7EAD78C0EF}">
      <dgm:prSet/>
      <dgm:spPr/>
      <dgm:t>
        <a:bodyPr/>
        <a:lstStyle/>
        <a:p>
          <a:pPr>
            <a:defRPr cap="all"/>
          </a:pPr>
          <a:r>
            <a:rPr lang="en-US"/>
            <a:t>Policy Intelligence </a:t>
          </a:r>
        </a:p>
      </dgm:t>
    </dgm:pt>
    <dgm:pt modelId="{ED61E8F9-54E3-4CD3-89B4-C7109A94164C}" type="parTrans" cxnId="{A2F526F3-F8A8-4C26-81C4-CCF54E5E717D}">
      <dgm:prSet/>
      <dgm:spPr/>
      <dgm:t>
        <a:bodyPr/>
        <a:lstStyle/>
        <a:p>
          <a:endParaRPr lang="en-US"/>
        </a:p>
      </dgm:t>
    </dgm:pt>
    <dgm:pt modelId="{07410F30-169A-4460-9656-0271A9CDC28A}" type="sibTrans" cxnId="{A2F526F3-F8A8-4C26-81C4-CCF54E5E717D}">
      <dgm:prSet/>
      <dgm:spPr/>
      <dgm:t>
        <a:bodyPr/>
        <a:lstStyle/>
        <a:p>
          <a:endParaRPr lang="en-US"/>
        </a:p>
      </dgm:t>
    </dgm:pt>
    <dgm:pt modelId="{13A37959-7993-4F7F-AB00-9D56AF06D1F6}">
      <dgm:prSet/>
      <dgm:spPr/>
      <dgm:t>
        <a:bodyPr/>
        <a:lstStyle/>
        <a:p>
          <a:pPr>
            <a:defRPr cap="all"/>
          </a:pPr>
          <a:r>
            <a:rPr lang="en-US"/>
            <a:t>Conversational Magic </a:t>
          </a:r>
        </a:p>
      </dgm:t>
    </dgm:pt>
    <dgm:pt modelId="{E239A057-B28D-4778-90C4-BF944176A254}" type="parTrans" cxnId="{C98D3062-1A9D-4464-A191-8B29848F32A0}">
      <dgm:prSet/>
      <dgm:spPr/>
      <dgm:t>
        <a:bodyPr/>
        <a:lstStyle/>
        <a:p>
          <a:endParaRPr lang="en-US"/>
        </a:p>
      </dgm:t>
    </dgm:pt>
    <dgm:pt modelId="{158D4803-414C-4A1B-85ED-28F4A42A2C14}" type="sibTrans" cxnId="{C98D3062-1A9D-4464-A191-8B29848F32A0}">
      <dgm:prSet/>
      <dgm:spPr/>
      <dgm:t>
        <a:bodyPr/>
        <a:lstStyle/>
        <a:p>
          <a:endParaRPr lang="en-US"/>
        </a:p>
      </dgm:t>
    </dgm:pt>
    <dgm:pt modelId="{34CF1778-389D-4D79-B94E-CDEEF73C49D8}">
      <dgm:prSet/>
      <dgm:spPr/>
      <dgm:t>
        <a:bodyPr/>
        <a:lstStyle/>
        <a:p>
          <a:pPr>
            <a:defRPr cap="all"/>
          </a:pPr>
          <a:r>
            <a:rPr lang="en-US"/>
            <a:t>Document Intelligence </a:t>
          </a:r>
        </a:p>
      </dgm:t>
    </dgm:pt>
    <dgm:pt modelId="{B6DD92C6-4BF8-4877-9E83-B263B9EDFE52}" type="parTrans" cxnId="{F7F4EE42-2AAA-4AA2-8D50-AEB9DE78BD46}">
      <dgm:prSet/>
      <dgm:spPr/>
      <dgm:t>
        <a:bodyPr/>
        <a:lstStyle/>
        <a:p>
          <a:endParaRPr lang="en-US"/>
        </a:p>
      </dgm:t>
    </dgm:pt>
    <dgm:pt modelId="{39792A20-8475-4540-8975-3F2135C2D32E}" type="sibTrans" cxnId="{F7F4EE42-2AAA-4AA2-8D50-AEB9DE78BD46}">
      <dgm:prSet/>
      <dgm:spPr/>
      <dgm:t>
        <a:bodyPr/>
        <a:lstStyle/>
        <a:p>
          <a:endParaRPr lang="en-US"/>
        </a:p>
      </dgm:t>
    </dgm:pt>
    <dgm:pt modelId="{015E5554-A4BA-43B4-A994-4683C7D25BA2}">
      <dgm:prSet/>
      <dgm:spPr/>
      <dgm:t>
        <a:bodyPr/>
        <a:lstStyle/>
        <a:p>
          <a:pPr>
            <a:defRPr cap="all"/>
          </a:pPr>
          <a:r>
            <a:rPr lang="en-US"/>
            <a:t>Seamless Commerce </a:t>
          </a:r>
        </a:p>
      </dgm:t>
    </dgm:pt>
    <dgm:pt modelId="{6E39C8DD-E92E-4B3C-899F-15EC6607B60E}" type="parTrans" cxnId="{D4DFD8EA-6081-470D-A573-917151AA3D35}">
      <dgm:prSet/>
      <dgm:spPr/>
      <dgm:t>
        <a:bodyPr/>
        <a:lstStyle/>
        <a:p>
          <a:endParaRPr lang="en-US"/>
        </a:p>
      </dgm:t>
    </dgm:pt>
    <dgm:pt modelId="{777E273C-F505-4FDA-8EE0-2E59552FDCE8}" type="sibTrans" cxnId="{D4DFD8EA-6081-470D-A573-917151AA3D35}">
      <dgm:prSet/>
      <dgm:spPr/>
      <dgm:t>
        <a:bodyPr/>
        <a:lstStyle/>
        <a:p>
          <a:endParaRPr lang="en-US"/>
        </a:p>
      </dgm:t>
    </dgm:pt>
    <dgm:pt modelId="{5FB5EC82-9819-42CB-825A-6B5A76AB8D46}">
      <dgm:prSet/>
      <dgm:spPr/>
      <dgm:t>
        <a:bodyPr/>
        <a:lstStyle/>
        <a:p>
          <a:pPr>
            <a:defRPr cap="all"/>
          </a:pPr>
          <a:r>
            <a:rPr lang="en-US"/>
            <a:t>Predictive Intelligence</a:t>
          </a:r>
        </a:p>
      </dgm:t>
    </dgm:pt>
    <dgm:pt modelId="{3F4DB763-5C1F-46B9-B69B-3DEA2D12E850}" type="parTrans" cxnId="{064F1887-D494-4ED3-B4D8-8C21BA9E028C}">
      <dgm:prSet/>
      <dgm:spPr/>
      <dgm:t>
        <a:bodyPr/>
        <a:lstStyle/>
        <a:p>
          <a:endParaRPr lang="en-US"/>
        </a:p>
      </dgm:t>
    </dgm:pt>
    <dgm:pt modelId="{6791B913-29AD-4BF0-82B4-00DB529B871C}" type="sibTrans" cxnId="{064F1887-D494-4ED3-B4D8-8C21BA9E028C}">
      <dgm:prSet/>
      <dgm:spPr/>
      <dgm:t>
        <a:bodyPr/>
        <a:lstStyle/>
        <a:p>
          <a:endParaRPr lang="en-US"/>
        </a:p>
      </dgm:t>
    </dgm:pt>
    <dgm:pt modelId="{3D0A28E4-785D-4C2D-B330-5A9576FFC201}" type="pres">
      <dgm:prSet presAssocID="{145DF3CA-DB91-4E21-A838-E8F0F139FB84}" presName="root" presStyleCnt="0">
        <dgm:presLayoutVars>
          <dgm:dir/>
          <dgm:resizeHandles val="exact"/>
        </dgm:presLayoutVars>
      </dgm:prSet>
      <dgm:spPr/>
    </dgm:pt>
    <dgm:pt modelId="{56C2E5AA-B691-46E8-8E80-7D9906EA09BD}" type="pres">
      <dgm:prSet presAssocID="{5C2B0619-A640-466A-B773-6D7EAD78C0EF}" presName="compNode" presStyleCnt="0"/>
      <dgm:spPr/>
    </dgm:pt>
    <dgm:pt modelId="{E20C6DFA-7D20-4A04-BE21-B26D3D68E1C9}" type="pres">
      <dgm:prSet presAssocID="{5C2B0619-A640-466A-B773-6D7EAD78C0EF}" presName="iconBgRect" presStyleLbl="bgShp" presStyleIdx="0" presStyleCnt="5"/>
      <dgm:spPr/>
    </dgm:pt>
    <dgm:pt modelId="{072048C4-EE80-487C-970D-5BE216174F1E}" type="pres">
      <dgm:prSet presAssocID="{5C2B0619-A640-466A-B773-6D7EAD78C0E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CC4A99-EB7D-48B6-8399-84C76B799EE0}" type="pres">
      <dgm:prSet presAssocID="{5C2B0619-A640-466A-B773-6D7EAD78C0EF}" presName="spaceRect" presStyleCnt="0"/>
      <dgm:spPr/>
    </dgm:pt>
    <dgm:pt modelId="{AAE59B69-A87A-4A03-A0D9-705C07FCCB62}" type="pres">
      <dgm:prSet presAssocID="{5C2B0619-A640-466A-B773-6D7EAD78C0EF}" presName="textRect" presStyleLbl="revTx" presStyleIdx="0" presStyleCnt="5">
        <dgm:presLayoutVars>
          <dgm:chMax val="1"/>
          <dgm:chPref val="1"/>
        </dgm:presLayoutVars>
      </dgm:prSet>
      <dgm:spPr/>
    </dgm:pt>
    <dgm:pt modelId="{18E335B6-392B-4AA9-8724-3417D5AEE277}" type="pres">
      <dgm:prSet presAssocID="{07410F30-169A-4460-9656-0271A9CDC28A}" presName="sibTrans" presStyleCnt="0"/>
      <dgm:spPr/>
    </dgm:pt>
    <dgm:pt modelId="{7D53C794-CF45-481B-AF28-5F3DC49672B7}" type="pres">
      <dgm:prSet presAssocID="{13A37959-7993-4F7F-AB00-9D56AF06D1F6}" presName="compNode" presStyleCnt="0"/>
      <dgm:spPr/>
    </dgm:pt>
    <dgm:pt modelId="{938AB6FE-ACF9-4EA6-97D9-454F6E85B047}" type="pres">
      <dgm:prSet presAssocID="{13A37959-7993-4F7F-AB00-9D56AF06D1F6}" presName="iconBgRect" presStyleLbl="bgShp" presStyleIdx="1" presStyleCnt="5"/>
      <dgm:spPr/>
    </dgm:pt>
    <dgm:pt modelId="{972BAB31-FDAD-4B49-9BCD-B71FFB616884}" type="pres">
      <dgm:prSet presAssocID="{13A37959-7993-4F7F-AB00-9D56AF06D1F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02ECF68-9B74-4D80-A5DE-16A7238F7976}" type="pres">
      <dgm:prSet presAssocID="{13A37959-7993-4F7F-AB00-9D56AF06D1F6}" presName="spaceRect" presStyleCnt="0"/>
      <dgm:spPr/>
    </dgm:pt>
    <dgm:pt modelId="{FC591224-10CF-4A99-8940-C4FDBB917455}" type="pres">
      <dgm:prSet presAssocID="{13A37959-7993-4F7F-AB00-9D56AF06D1F6}" presName="textRect" presStyleLbl="revTx" presStyleIdx="1" presStyleCnt="5">
        <dgm:presLayoutVars>
          <dgm:chMax val="1"/>
          <dgm:chPref val="1"/>
        </dgm:presLayoutVars>
      </dgm:prSet>
      <dgm:spPr/>
    </dgm:pt>
    <dgm:pt modelId="{75FBF28C-445F-4CE9-93B5-47D5C931C4A1}" type="pres">
      <dgm:prSet presAssocID="{158D4803-414C-4A1B-85ED-28F4A42A2C14}" presName="sibTrans" presStyleCnt="0"/>
      <dgm:spPr/>
    </dgm:pt>
    <dgm:pt modelId="{9EE8857E-1009-46BF-87C9-A85A776D5414}" type="pres">
      <dgm:prSet presAssocID="{34CF1778-389D-4D79-B94E-CDEEF73C49D8}" presName="compNode" presStyleCnt="0"/>
      <dgm:spPr/>
    </dgm:pt>
    <dgm:pt modelId="{FABE2936-DE71-4441-A813-BFEAF995B330}" type="pres">
      <dgm:prSet presAssocID="{34CF1778-389D-4D79-B94E-CDEEF73C49D8}" presName="iconBgRect" presStyleLbl="bgShp" presStyleIdx="2" presStyleCnt="5"/>
      <dgm:spPr/>
    </dgm:pt>
    <dgm:pt modelId="{971222DE-5222-41CA-8C85-233A804A3D09}" type="pres">
      <dgm:prSet presAssocID="{34CF1778-389D-4D79-B94E-CDEEF73C49D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77CBB4-A6BB-44E3-9D4E-CE01620C8F82}" type="pres">
      <dgm:prSet presAssocID="{34CF1778-389D-4D79-B94E-CDEEF73C49D8}" presName="spaceRect" presStyleCnt="0"/>
      <dgm:spPr/>
    </dgm:pt>
    <dgm:pt modelId="{989FA42A-762F-4D58-A971-F6A27885E9E2}" type="pres">
      <dgm:prSet presAssocID="{34CF1778-389D-4D79-B94E-CDEEF73C49D8}" presName="textRect" presStyleLbl="revTx" presStyleIdx="2" presStyleCnt="5">
        <dgm:presLayoutVars>
          <dgm:chMax val="1"/>
          <dgm:chPref val="1"/>
        </dgm:presLayoutVars>
      </dgm:prSet>
      <dgm:spPr/>
    </dgm:pt>
    <dgm:pt modelId="{BE0FC93E-ABF1-428A-90C3-88371DAA2E13}" type="pres">
      <dgm:prSet presAssocID="{39792A20-8475-4540-8975-3F2135C2D32E}" presName="sibTrans" presStyleCnt="0"/>
      <dgm:spPr/>
    </dgm:pt>
    <dgm:pt modelId="{55A62D00-C87E-4FBE-8ABB-EA69558490F0}" type="pres">
      <dgm:prSet presAssocID="{015E5554-A4BA-43B4-A994-4683C7D25BA2}" presName="compNode" presStyleCnt="0"/>
      <dgm:spPr/>
    </dgm:pt>
    <dgm:pt modelId="{537352CF-80E7-4EE5-8EEA-63588ADD8432}" type="pres">
      <dgm:prSet presAssocID="{015E5554-A4BA-43B4-A994-4683C7D25BA2}" presName="iconBgRect" presStyleLbl="bgShp" presStyleIdx="3" presStyleCnt="5"/>
      <dgm:spPr/>
    </dgm:pt>
    <dgm:pt modelId="{750E0FCE-EF49-4372-A80B-71D436AB9412}" type="pres">
      <dgm:prSet presAssocID="{015E5554-A4BA-43B4-A994-4683C7D25BA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E1962189-13A9-4A7C-91AB-AC49CA736D33}" type="pres">
      <dgm:prSet presAssocID="{015E5554-A4BA-43B4-A994-4683C7D25BA2}" presName="spaceRect" presStyleCnt="0"/>
      <dgm:spPr/>
    </dgm:pt>
    <dgm:pt modelId="{CD10633B-7BF1-4F46-9A3F-9F169BCEDCEA}" type="pres">
      <dgm:prSet presAssocID="{015E5554-A4BA-43B4-A994-4683C7D25BA2}" presName="textRect" presStyleLbl="revTx" presStyleIdx="3" presStyleCnt="5">
        <dgm:presLayoutVars>
          <dgm:chMax val="1"/>
          <dgm:chPref val="1"/>
        </dgm:presLayoutVars>
      </dgm:prSet>
      <dgm:spPr/>
    </dgm:pt>
    <dgm:pt modelId="{4CC036F6-718F-4ECB-8011-DBB23E9CDE55}" type="pres">
      <dgm:prSet presAssocID="{777E273C-F505-4FDA-8EE0-2E59552FDCE8}" presName="sibTrans" presStyleCnt="0"/>
      <dgm:spPr/>
    </dgm:pt>
    <dgm:pt modelId="{5209E66E-042A-485A-AA26-8C348561EE2D}" type="pres">
      <dgm:prSet presAssocID="{5FB5EC82-9819-42CB-825A-6B5A76AB8D46}" presName="compNode" presStyleCnt="0"/>
      <dgm:spPr/>
    </dgm:pt>
    <dgm:pt modelId="{77169470-6823-44D9-8765-498AF68BFE38}" type="pres">
      <dgm:prSet presAssocID="{5FB5EC82-9819-42CB-825A-6B5A76AB8D46}" presName="iconBgRect" presStyleLbl="bgShp" presStyleIdx="4" presStyleCnt="5"/>
      <dgm:spPr/>
    </dgm:pt>
    <dgm:pt modelId="{A8567D60-79A2-46ED-BF28-2E6902EDEEFA}" type="pres">
      <dgm:prSet presAssocID="{5FB5EC82-9819-42CB-825A-6B5A76AB8D4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F328D0F-C448-4170-A69F-0201B3325A99}" type="pres">
      <dgm:prSet presAssocID="{5FB5EC82-9819-42CB-825A-6B5A76AB8D46}" presName="spaceRect" presStyleCnt="0"/>
      <dgm:spPr/>
    </dgm:pt>
    <dgm:pt modelId="{E6780938-008F-4C78-A121-BD4E3F60FE05}" type="pres">
      <dgm:prSet presAssocID="{5FB5EC82-9819-42CB-825A-6B5A76AB8D4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9404E2D-8CD8-4F8D-940A-9143D34FE8CD}" type="presOf" srcId="{015E5554-A4BA-43B4-A994-4683C7D25BA2}" destId="{CD10633B-7BF1-4F46-9A3F-9F169BCEDCEA}" srcOrd="0" destOrd="0" presId="urn:microsoft.com/office/officeart/2018/5/layout/IconCircleLabelList"/>
    <dgm:cxn modelId="{C98D3062-1A9D-4464-A191-8B29848F32A0}" srcId="{145DF3CA-DB91-4E21-A838-E8F0F139FB84}" destId="{13A37959-7993-4F7F-AB00-9D56AF06D1F6}" srcOrd="1" destOrd="0" parTransId="{E239A057-B28D-4778-90C4-BF944176A254}" sibTransId="{158D4803-414C-4A1B-85ED-28F4A42A2C14}"/>
    <dgm:cxn modelId="{F7F4EE42-2AAA-4AA2-8D50-AEB9DE78BD46}" srcId="{145DF3CA-DB91-4E21-A838-E8F0F139FB84}" destId="{34CF1778-389D-4D79-B94E-CDEEF73C49D8}" srcOrd="2" destOrd="0" parTransId="{B6DD92C6-4BF8-4877-9E83-B263B9EDFE52}" sibTransId="{39792A20-8475-4540-8975-3F2135C2D32E}"/>
    <dgm:cxn modelId="{0C4D6B45-31FE-4D56-A95A-B6CB50DC4C1F}" type="presOf" srcId="{34CF1778-389D-4D79-B94E-CDEEF73C49D8}" destId="{989FA42A-762F-4D58-A971-F6A27885E9E2}" srcOrd="0" destOrd="0" presId="urn:microsoft.com/office/officeart/2018/5/layout/IconCircleLabelList"/>
    <dgm:cxn modelId="{462DA771-0798-4B3B-A36C-583C13D84D03}" type="presOf" srcId="{5C2B0619-A640-466A-B773-6D7EAD78C0EF}" destId="{AAE59B69-A87A-4A03-A0D9-705C07FCCB62}" srcOrd="0" destOrd="0" presId="urn:microsoft.com/office/officeart/2018/5/layout/IconCircleLabelList"/>
    <dgm:cxn modelId="{064F1887-D494-4ED3-B4D8-8C21BA9E028C}" srcId="{145DF3CA-DB91-4E21-A838-E8F0F139FB84}" destId="{5FB5EC82-9819-42CB-825A-6B5A76AB8D46}" srcOrd="4" destOrd="0" parTransId="{3F4DB763-5C1F-46B9-B69B-3DEA2D12E850}" sibTransId="{6791B913-29AD-4BF0-82B4-00DB529B871C}"/>
    <dgm:cxn modelId="{FECFF9A3-227B-430B-A8C3-91052B2FA763}" type="presOf" srcId="{5FB5EC82-9819-42CB-825A-6B5A76AB8D46}" destId="{E6780938-008F-4C78-A121-BD4E3F60FE05}" srcOrd="0" destOrd="0" presId="urn:microsoft.com/office/officeart/2018/5/layout/IconCircleLabelList"/>
    <dgm:cxn modelId="{5D29A9CD-0515-4BE6-A7B6-6C5B526F98DE}" type="presOf" srcId="{13A37959-7993-4F7F-AB00-9D56AF06D1F6}" destId="{FC591224-10CF-4A99-8940-C4FDBB917455}" srcOrd="0" destOrd="0" presId="urn:microsoft.com/office/officeart/2018/5/layout/IconCircleLabelList"/>
    <dgm:cxn modelId="{D126AAD7-5A64-4894-9810-AB5D997B53FF}" type="presOf" srcId="{145DF3CA-DB91-4E21-A838-E8F0F139FB84}" destId="{3D0A28E4-785D-4C2D-B330-5A9576FFC201}" srcOrd="0" destOrd="0" presId="urn:microsoft.com/office/officeart/2018/5/layout/IconCircleLabelList"/>
    <dgm:cxn modelId="{D4DFD8EA-6081-470D-A573-917151AA3D35}" srcId="{145DF3CA-DB91-4E21-A838-E8F0F139FB84}" destId="{015E5554-A4BA-43B4-A994-4683C7D25BA2}" srcOrd="3" destOrd="0" parTransId="{6E39C8DD-E92E-4B3C-899F-15EC6607B60E}" sibTransId="{777E273C-F505-4FDA-8EE0-2E59552FDCE8}"/>
    <dgm:cxn modelId="{A2F526F3-F8A8-4C26-81C4-CCF54E5E717D}" srcId="{145DF3CA-DB91-4E21-A838-E8F0F139FB84}" destId="{5C2B0619-A640-466A-B773-6D7EAD78C0EF}" srcOrd="0" destOrd="0" parTransId="{ED61E8F9-54E3-4CD3-89B4-C7109A94164C}" sibTransId="{07410F30-169A-4460-9656-0271A9CDC28A}"/>
    <dgm:cxn modelId="{54F117F1-946F-412A-B8C3-E771A54EB6BC}" type="presParOf" srcId="{3D0A28E4-785D-4C2D-B330-5A9576FFC201}" destId="{56C2E5AA-B691-46E8-8E80-7D9906EA09BD}" srcOrd="0" destOrd="0" presId="urn:microsoft.com/office/officeart/2018/5/layout/IconCircleLabelList"/>
    <dgm:cxn modelId="{E02AD9B7-B509-42D0-A142-881C2D3BBF47}" type="presParOf" srcId="{56C2E5AA-B691-46E8-8E80-7D9906EA09BD}" destId="{E20C6DFA-7D20-4A04-BE21-B26D3D68E1C9}" srcOrd="0" destOrd="0" presId="urn:microsoft.com/office/officeart/2018/5/layout/IconCircleLabelList"/>
    <dgm:cxn modelId="{E2391322-A7AA-4FB7-BD65-8033402C5FF6}" type="presParOf" srcId="{56C2E5AA-B691-46E8-8E80-7D9906EA09BD}" destId="{072048C4-EE80-487C-970D-5BE216174F1E}" srcOrd="1" destOrd="0" presId="urn:microsoft.com/office/officeart/2018/5/layout/IconCircleLabelList"/>
    <dgm:cxn modelId="{436F39B6-A76E-4B2B-8B7F-6251B6F407FB}" type="presParOf" srcId="{56C2E5AA-B691-46E8-8E80-7D9906EA09BD}" destId="{0DCC4A99-EB7D-48B6-8399-84C76B799EE0}" srcOrd="2" destOrd="0" presId="urn:microsoft.com/office/officeart/2018/5/layout/IconCircleLabelList"/>
    <dgm:cxn modelId="{119C514F-8F48-4F29-9578-327CABBEAB89}" type="presParOf" srcId="{56C2E5AA-B691-46E8-8E80-7D9906EA09BD}" destId="{AAE59B69-A87A-4A03-A0D9-705C07FCCB62}" srcOrd="3" destOrd="0" presId="urn:microsoft.com/office/officeart/2018/5/layout/IconCircleLabelList"/>
    <dgm:cxn modelId="{C8CF821B-4B2B-4563-BF7C-BB798C2A46FF}" type="presParOf" srcId="{3D0A28E4-785D-4C2D-B330-5A9576FFC201}" destId="{18E335B6-392B-4AA9-8724-3417D5AEE277}" srcOrd="1" destOrd="0" presId="urn:microsoft.com/office/officeart/2018/5/layout/IconCircleLabelList"/>
    <dgm:cxn modelId="{554E9AE1-BF76-45AF-91F4-1658C155C39A}" type="presParOf" srcId="{3D0A28E4-785D-4C2D-B330-5A9576FFC201}" destId="{7D53C794-CF45-481B-AF28-5F3DC49672B7}" srcOrd="2" destOrd="0" presId="urn:microsoft.com/office/officeart/2018/5/layout/IconCircleLabelList"/>
    <dgm:cxn modelId="{3B7FC7DB-789B-4B5F-BFF0-CF4AD11EDF93}" type="presParOf" srcId="{7D53C794-CF45-481B-AF28-5F3DC49672B7}" destId="{938AB6FE-ACF9-4EA6-97D9-454F6E85B047}" srcOrd="0" destOrd="0" presId="urn:microsoft.com/office/officeart/2018/5/layout/IconCircleLabelList"/>
    <dgm:cxn modelId="{149E0135-3173-4E29-AB50-CB5A921E92AB}" type="presParOf" srcId="{7D53C794-CF45-481B-AF28-5F3DC49672B7}" destId="{972BAB31-FDAD-4B49-9BCD-B71FFB616884}" srcOrd="1" destOrd="0" presId="urn:microsoft.com/office/officeart/2018/5/layout/IconCircleLabelList"/>
    <dgm:cxn modelId="{7E1E6031-38B4-4CBE-BE9A-F669A3825E2E}" type="presParOf" srcId="{7D53C794-CF45-481B-AF28-5F3DC49672B7}" destId="{902ECF68-9B74-4D80-A5DE-16A7238F7976}" srcOrd="2" destOrd="0" presId="urn:microsoft.com/office/officeart/2018/5/layout/IconCircleLabelList"/>
    <dgm:cxn modelId="{8EB80B99-0089-4DEC-BF84-BF5E3DB820EB}" type="presParOf" srcId="{7D53C794-CF45-481B-AF28-5F3DC49672B7}" destId="{FC591224-10CF-4A99-8940-C4FDBB917455}" srcOrd="3" destOrd="0" presId="urn:microsoft.com/office/officeart/2018/5/layout/IconCircleLabelList"/>
    <dgm:cxn modelId="{86321B4C-1503-491F-8972-64D269199FFE}" type="presParOf" srcId="{3D0A28E4-785D-4C2D-B330-5A9576FFC201}" destId="{75FBF28C-445F-4CE9-93B5-47D5C931C4A1}" srcOrd="3" destOrd="0" presId="urn:microsoft.com/office/officeart/2018/5/layout/IconCircleLabelList"/>
    <dgm:cxn modelId="{91AFFC49-CC32-416C-B21F-58C97CC47EE6}" type="presParOf" srcId="{3D0A28E4-785D-4C2D-B330-5A9576FFC201}" destId="{9EE8857E-1009-46BF-87C9-A85A776D5414}" srcOrd="4" destOrd="0" presId="urn:microsoft.com/office/officeart/2018/5/layout/IconCircleLabelList"/>
    <dgm:cxn modelId="{973518F6-E694-482F-A9FF-0BBEBF916068}" type="presParOf" srcId="{9EE8857E-1009-46BF-87C9-A85A776D5414}" destId="{FABE2936-DE71-4441-A813-BFEAF995B330}" srcOrd="0" destOrd="0" presId="urn:microsoft.com/office/officeart/2018/5/layout/IconCircleLabelList"/>
    <dgm:cxn modelId="{C4DCB611-1C93-4F99-93D1-26B3B3D96F3F}" type="presParOf" srcId="{9EE8857E-1009-46BF-87C9-A85A776D5414}" destId="{971222DE-5222-41CA-8C85-233A804A3D09}" srcOrd="1" destOrd="0" presId="urn:microsoft.com/office/officeart/2018/5/layout/IconCircleLabelList"/>
    <dgm:cxn modelId="{2C8B6333-A685-41E6-B7BD-294188FFE946}" type="presParOf" srcId="{9EE8857E-1009-46BF-87C9-A85A776D5414}" destId="{5777CBB4-A6BB-44E3-9D4E-CE01620C8F82}" srcOrd="2" destOrd="0" presId="urn:microsoft.com/office/officeart/2018/5/layout/IconCircleLabelList"/>
    <dgm:cxn modelId="{A64AA98E-1620-47AF-A8DE-7912E323D130}" type="presParOf" srcId="{9EE8857E-1009-46BF-87C9-A85A776D5414}" destId="{989FA42A-762F-4D58-A971-F6A27885E9E2}" srcOrd="3" destOrd="0" presId="urn:microsoft.com/office/officeart/2018/5/layout/IconCircleLabelList"/>
    <dgm:cxn modelId="{282087F9-7463-4F5C-B265-91A9C9937B1F}" type="presParOf" srcId="{3D0A28E4-785D-4C2D-B330-5A9576FFC201}" destId="{BE0FC93E-ABF1-428A-90C3-88371DAA2E13}" srcOrd="5" destOrd="0" presId="urn:microsoft.com/office/officeart/2018/5/layout/IconCircleLabelList"/>
    <dgm:cxn modelId="{19F93A72-BE01-4F5F-B6EB-D029EA08C206}" type="presParOf" srcId="{3D0A28E4-785D-4C2D-B330-5A9576FFC201}" destId="{55A62D00-C87E-4FBE-8ABB-EA69558490F0}" srcOrd="6" destOrd="0" presId="urn:microsoft.com/office/officeart/2018/5/layout/IconCircleLabelList"/>
    <dgm:cxn modelId="{9EA68203-98BC-4315-935C-BC4E72E2BC99}" type="presParOf" srcId="{55A62D00-C87E-4FBE-8ABB-EA69558490F0}" destId="{537352CF-80E7-4EE5-8EEA-63588ADD8432}" srcOrd="0" destOrd="0" presId="urn:microsoft.com/office/officeart/2018/5/layout/IconCircleLabelList"/>
    <dgm:cxn modelId="{234626B5-AF29-463D-8EB7-D4B26411E74B}" type="presParOf" srcId="{55A62D00-C87E-4FBE-8ABB-EA69558490F0}" destId="{750E0FCE-EF49-4372-A80B-71D436AB9412}" srcOrd="1" destOrd="0" presId="urn:microsoft.com/office/officeart/2018/5/layout/IconCircleLabelList"/>
    <dgm:cxn modelId="{73D48F2B-BFD2-45A7-AF6A-94407D81B06C}" type="presParOf" srcId="{55A62D00-C87E-4FBE-8ABB-EA69558490F0}" destId="{E1962189-13A9-4A7C-91AB-AC49CA736D33}" srcOrd="2" destOrd="0" presId="urn:microsoft.com/office/officeart/2018/5/layout/IconCircleLabelList"/>
    <dgm:cxn modelId="{AEF9827B-7392-45EA-B340-0551AE3235B0}" type="presParOf" srcId="{55A62D00-C87E-4FBE-8ABB-EA69558490F0}" destId="{CD10633B-7BF1-4F46-9A3F-9F169BCEDCEA}" srcOrd="3" destOrd="0" presId="urn:microsoft.com/office/officeart/2018/5/layout/IconCircleLabelList"/>
    <dgm:cxn modelId="{162DE339-8F84-4673-A0C1-3BCA9DEAAD48}" type="presParOf" srcId="{3D0A28E4-785D-4C2D-B330-5A9576FFC201}" destId="{4CC036F6-718F-4ECB-8011-DBB23E9CDE55}" srcOrd="7" destOrd="0" presId="urn:microsoft.com/office/officeart/2018/5/layout/IconCircleLabelList"/>
    <dgm:cxn modelId="{28CA9EAD-C718-46C0-AB63-A2227BEC4F27}" type="presParOf" srcId="{3D0A28E4-785D-4C2D-B330-5A9576FFC201}" destId="{5209E66E-042A-485A-AA26-8C348561EE2D}" srcOrd="8" destOrd="0" presId="urn:microsoft.com/office/officeart/2018/5/layout/IconCircleLabelList"/>
    <dgm:cxn modelId="{100A530B-B572-44B1-8C27-FCC2A8BA5B9E}" type="presParOf" srcId="{5209E66E-042A-485A-AA26-8C348561EE2D}" destId="{77169470-6823-44D9-8765-498AF68BFE38}" srcOrd="0" destOrd="0" presId="urn:microsoft.com/office/officeart/2018/5/layout/IconCircleLabelList"/>
    <dgm:cxn modelId="{AD372267-FE4E-463D-8C39-9E76491DC869}" type="presParOf" srcId="{5209E66E-042A-485A-AA26-8C348561EE2D}" destId="{A8567D60-79A2-46ED-BF28-2E6902EDEEFA}" srcOrd="1" destOrd="0" presId="urn:microsoft.com/office/officeart/2018/5/layout/IconCircleLabelList"/>
    <dgm:cxn modelId="{049359B1-C5EC-4E8E-AEA6-B03DB97A31A6}" type="presParOf" srcId="{5209E66E-042A-485A-AA26-8C348561EE2D}" destId="{EF328D0F-C448-4170-A69F-0201B3325A99}" srcOrd="2" destOrd="0" presId="urn:microsoft.com/office/officeart/2018/5/layout/IconCircleLabelList"/>
    <dgm:cxn modelId="{9082432D-E052-4C5B-B267-59F794AED5EF}" type="presParOf" srcId="{5209E66E-042A-485A-AA26-8C348561EE2D}" destId="{E6780938-008F-4C78-A121-BD4E3F60FE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A0AAE7-A047-4439-9A05-2E99F7630F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10CCC0-B5AA-4548-9060-643EB687F694}">
      <dgm:prSet/>
      <dgm:spPr/>
      <dgm:t>
        <a:bodyPr/>
        <a:lstStyle/>
        <a:p>
          <a:r>
            <a:rPr lang="en-US"/>
            <a:t>Conversational interface with citations</a:t>
          </a:r>
        </a:p>
      </dgm:t>
    </dgm:pt>
    <dgm:pt modelId="{403AD602-C873-45AB-BBB7-B93EEF1D70A2}" type="parTrans" cxnId="{0AE3B67B-C7A7-4B02-A57F-7E075340C45F}">
      <dgm:prSet/>
      <dgm:spPr/>
      <dgm:t>
        <a:bodyPr/>
        <a:lstStyle/>
        <a:p>
          <a:endParaRPr lang="en-US"/>
        </a:p>
      </dgm:t>
    </dgm:pt>
    <dgm:pt modelId="{76E406F3-7ACB-4201-B871-A5683CC1C49D}" type="sibTrans" cxnId="{0AE3B67B-C7A7-4B02-A57F-7E075340C45F}">
      <dgm:prSet/>
      <dgm:spPr/>
      <dgm:t>
        <a:bodyPr/>
        <a:lstStyle/>
        <a:p>
          <a:endParaRPr lang="en-US"/>
        </a:p>
      </dgm:t>
    </dgm:pt>
    <dgm:pt modelId="{8024E09B-E218-44C9-B4BA-7EC7C1D153FA}">
      <dgm:prSet/>
      <dgm:spPr/>
      <dgm:t>
        <a:bodyPr/>
        <a:lstStyle/>
        <a:p>
          <a:r>
            <a:rPr lang="en-US"/>
            <a:t>Auto-fill trip data from uploaded itineraries</a:t>
          </a:r>
        </a:p>
      </dgm:t>
    </dgm:pt>
    <dgm:pt modelId="{64AF97CA-4F28-47F9-B8BA-89999EC8088A}" type="parTrans" cxnId="{DFC54442-0F56-4EAC-9929-5C8048C55188}">
      <dgm:prSet/>
      <dgm:spPr/>
      <dgm:t>
        <a:bodyPr/>
        <a:lstStyle/>
        <a:p>
          <a:endParaRPr lang="en-US"/>
        </a:p>
      </dgm:t>
    </dgm:pt>
    <dgm:pt modelId="{43D8D9D8-3810-413E-9C23-49FA3F41A305}" type="sibTrans" cxnId="{DFC54442-0F56-4EAC-9929-5C8048C55188}">
      <dgm:prSet/>
      <dgm:spPr/>
      <dgm:t>
        <a:bodyPr/>
        <a:lstStyle/>
        <a:p>
          <a:endParaRPr lang="en-US"/>
        </a:p>
      </dgm:t>
    </dgm:pt>
    <dgm:pt modelId="{53D833ED-C3D1-4217-BEAB-0A4D799394F9}">
      <dgm:prSet/>
      <dgm:spPr/>
      <dgm:t>
        <a:bodyPr/>
        <a:lstStyle/>
        <a:p>
          <a:r>
            <a:rPr lang="en-US"/>
            <a:t>Smart add-on recommendations</a:t>
          </a:r>
        </a:p>
      </dgm:t>
    </dgm:pt>
    <dgm:pt modelId="{25074BB0-50C1-4BAB-A773-EF61535E24B9}" type="parTrans" cxnId="{EAA0DFF9-E4CA-4978-A167-9803CD5E543C}">
      <dgm:prSet/>
      <dgm:spPr/>
      <dgm:t>
        <a:bodyPr/>
        <a:lstStyle/>
        <a:p>
          <a:endParaRPr lang="en-US"/>
        </a:p>
      </dgm:t>
    </dgm:pt>
    <dgm:pt modelId="{CCF12DC0-C46A-49E8-814B-A3EF2A42A8AA}" type="sibTrans" cxnId="{EAA0DFF9-E4CA-4978-A167-9803CD5E543C}">
      <dgm:prSet/>
      <dgm:spPr/>
      <dgm:t>
        <a:bodyPr/>
        <a:lstStyle/>
        <a:p>
          <a:endParaRPr lang="en-US"/>
        </a:p>
      </dgm:t>
    </dgm:pt>
    <dgm:pt modelId="{CDF00767-AB5C-4EA2-A053-8D665CD5160D}">
      <dgm:prSet/>
      <dgm:spPr/>
      <dgm:t>
        <a:bodyPr/>
        <a:lstStyle/>
        <a:p>
          <a:r>
            <a:rPr lang="en-US"/>
            <a:t>Instant quote and checkout</a:t>
          </a:r>
        </a:p>
      </dgm:t>
    </dgm:pt>
    <dgm:pt modelId="{F373CE9B-D575-4CD8-BE90-5DA96790FDD5}" type="parTrans" cxnId="{158B50EE-29F5-4E49-B18D-3611AAD5119D}">
      <dgm:prSet/>
      <dgm:spPr/>
      <dgm:t>
        <a:bodyPr/>
        <a:lstStyle/>
        <a:p>
          <a:endParaRPr lang="en-US"/>
        </a:p>
      </dgm:t>
    </dgm:pt>
    <dgm:pt modelId="{398F3D6F-8027-4ABD-8418-249786604133}" type="sibTrans" cxnId="{158B50EE-29F5-4E49-B18D-3611AAD5119D}">
      <dgm:prSet/>
      <dgm:spPr/>
      <dgm:t>
        <a:bodyPr/>
        <a:lstStyle/>
        <a:p>
          <a:endParaRPr lang="en-US"/>
        </a:p>
      </dgm:t>
    </dgm:pt>
    <dgm:pt modelId="{8BA42311-4100-48E3-971F-5744E088B2C7}" type="pres">
      <dgm:prSet presAssocID="{91A0AAE7-A047-4439-9A05-2E99F7630F14}" presName="root" presStyleCnt="0">
        <dgm:presLayoutVars>
          <dgm:dir/>
          <dgm:resizeHandles val="exact"/>
        </dgm:presLayoutVars>
      </dgm:prSet>
      <dgm:spPr/>
    </dgm:pt>
    <dgm:pt modelId="{A15E7D9C-0AC3-4388-BBCA-57206709778D}" type="pres">
      <dgm:prSet presAssocID="{D210CCC0-B5AA-4548-9060-643EB687F694}" presName="compNode" presStyleCnt="0"/>
      <dgm:spPr/>
    </dgm:pt>
    <dgm:pt modelId="{3F7E5614-B74E-415A-B548-616F90232588}" type="pres">
      <dgm:prSet presAssocID="{D210CCC0-B5AA-4548-9060-643EB687F694}" presName="bgRect" presStyleLbl="bgShp" presStyleIdx="0" presStyleCnt="4"/>
      <dgm:spPr/>
    </dgm:pt>
    <dgm:pt modelId="{A7A246AD-C391-4D97-98CC-26C441E252D6}" type="pres">
      <dgm:prSet presAssocID="{D210CCC0-B5AA-4548-9060-643EB687F6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1A1AF62-D96A-4325-B0F9-32DA344B767C}" type="pres">
      <dgm:prSet presAssocID="{D210CCC0-B5AA-4548-9060-643EB687F694}" presName="spaceRect" presStyleCnt="0"/>
      <dgm:spPr/>
    </dgm:pt>
    <dgm:pt modelId="{5DD77C13-274A-472D-9D66-0F779C19423D}" type="pres">
      <dgm:prSet presAssocID="{D210CCC0-B5AA-4548-9060-643EB687F694}" presName="parTx" presStyleLbl="revTx" presStyleIdx="0" presStyleCnt="4">
        <dgm:presLayoutVars>
          <dgm:chMax val="0"/>
          <dgm:chPref val="0"/>
        </dgm:presLayoutVars>
      </dgm:prSet>
      <dgm:spPr/>
    </dgm:pt>
    <dgm:pt modelId="{166869E1-0E1F-42B0-80BA-A43E9776C85A}" type="pres">
      <dgm:prSet presAssocID="{76E406F3-7ACB-4201-B871-A5683CC1C49D}" presName="sibTrans" presStyleCnt="0"/>
      <dgm:spPr/>
    </dgm:pt>
    <dgm:pt modelId="{B5E7BAEE-ADBA-4644-A991-47DC02526E27}" type="pres">
      <dgm:prSet presAssocID="{8024E09B-E218-44C9-B4BA-7EC7C1D153FA}" presName="compNode" presStyleCnt="0"/>
      <dgm:spPr/>
    </dgm:pt>
    <dgm:pt modelId="{1B5918F8-57ED-460D-9566-F2032558D86E}" type="pres">
      <dgm:prSet presAssocID="{8024E09B-E218-44C9-B4BA-7EC7C1D153FA}" presName="bgRect" presStyleLbl="bgShp" presStyleIdx="1" presStyleCnt="4"/>
      <dgm:spPr/>
    </dgm:pt>
    <dgm:pt modelId="{3CAF5E88-6506-43D7-B2EA-1847C8F17C21}" type="pres">
      <dgm:prSet presAssocID="{8024E09B-E218-44C9-B4BA-7EC7C1D153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F5722DFC-682B-42A2-A94C-0F044B05E386}" type="pres">
      <dgm:prSet presAssocID="{8024E09B-E218-44C9-B4BA-7EC7C1D153FA}" presName="spaceRect" presStyleCnt="0"/>
      <dgm:spPr/>
    </dgm:pt>
    <dgm:pt modelId="{F2F8CBCC-EBE9-451C-808D-7EF0AB80D0C8}" type="pres">
      <dgm:prSet presAssocID="{8024E09B-E218-44C9-B4BA-7EC7C1D153FA}" presName="parTx" presStyleLbl="revTx" presStyleIdx="1" presStyleCnt="4">
        <dgm:presLayoutVars>
          <dgm:chMax val="0"/>
          <dgm:chPref val="0"/>
        </dgm:presLayoutVars>
      </dgm:prSet>
      <dgm:spPr/>
    </dgm:pt>
    <dgm:pt modelId="{DBBF8FC1-683C-49EF-9C48-A3E6F7CF6DCC}" type="pres">
      <dgm:prSet presAssocID="{43D8D9D8-3810-413E-9C23-49FA3F41A305}" presName="sibTrans" presStyleCnt="0"/>
      <dgm:spPr/>
    </dgm:pt>
    <dgm:pt modelId="{EE48BC7C-C972-4488-B3FD-F1802B064499}" type="pres">
      <dgm:prSet presAssocID="{53D833ED-C3D1-4217-BEAB-0A4D799394F9}" presName="compNode" presStyleCnt="0"/>
      <dgm:spPr/>
    </dgm:pt>
    <dgm:pt modelId="{5515014E-2014-4A48-9485-E97CB14E81EB}" type="pres">
      <dgm:prSet presAssocID="{53D833ED-C3D1-4217-BEAB-0A4D799394F9}" presName="bgRect" presStyleLbl="bgShp" presStyleIdx="2" presStyleCnt="4"/>
      <dgm:spPr/>
    </dgm:pt>
    <dgm:pt modelId="{3DB4C861-81F3-4D99-BB6A-D7B9E47F754F}" type="pres">
      <dgm:prSet presAssocID="{53D833ED-C3D1-4217-BEAB-0A4D799394F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CAE98F9-1122-4A27-BBA8-0830FD30BA8A}" type="pres">
      <dgm:prSet presAssocID="{53D833ED-C3D1-4217-BEAB-0A4D799394F9}" presName="spaceRect" presStyleCnt="0"/>
      <dgm:spPr/>
    </dgm:pt>
    <dgm:pt modelId="{D0A101C8-4426-4328-8326-98DB5FCAA2FD}" type="pres">
      <dgm:prSet presAssocID="{53D833ED-C3D1-4217-BEAB-0A4D799394F9}" presName="parTx" presStyleLbl="revTx" presStyleIdx="2" presStyleCnt="4">
        <dgm:presLayoutVars>
          <dgm:chMax val="0"/>
          <dgm:chPref val="0"/>
        </dgm:presLayoutVars>
      </dgm:prSet>
      <dgm:spPr/>
    </dgm:pt>
    <dgm:pt modelId="{45E4A131-E71B-4FA6-8048-E52D154228FB}" type="pres">
      <dgm:prSet presAssocID="{CCF12DC0-C46A-49E8-814B-A3EF2A42A8AA}" presName="sibTrans" presStyleCnt="0"/>
      <dgm:spPr/>
    </dgm:pt>
    <dgm:pt modelId="{22199BB0-9D81-473B-B77A-9F22BDBFA719}" type="pres">
      <dgm:prSet presAssocID="{CDF00767-AB5C-4EA2-A053-8D665CD5160D}" presName="compNode" presStyleCnt="0"/>
      <dgm:spPr/>
    </dgm:pt>
    <dgm:pt modelId="{E779DCAD-666D-46F5-8E18-8B364C788A31}" type="pres">
      <dgm:prSet presAssocID="{CDF00767-AB5C-4EA2-A053-8D665CD5160D}" presName="bgRect" presStyleLbl="bgShp" presStyleIdx="3" presStyleCnt="4"/>
      <dgm:spPr/>
    </dgm:pt>
    <dgm:pt modelId="{CBFD4527-7C15-4E1B-8D3E-28AE66F26583}" type="pres">
      <dgm:prSet presAssocID="{CDF00767-AB5C-4EA2-A053-8D665CD516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960738F-9D03-4E18-826D-E0C3F612D9EF}" type="pres">
      <dgm:prSet presAssocID="{CDF00767-AB5C-4EA2-A053-8D665CD5160D}" presName="spaceRect" presStyleCnt="0"/>
      <dgm:spPr/>
    </dgm:pt>
    <dgm:pt modelId="{9B0CC2AD-66B5-4C9E-9C2F-84C7D2EA41F6}" type="pres">
      <dgm:prSet presAssocID="{CDF00767-AB5C-4EA2-A053-8D665CD516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AAE316-B90A-461C-BB23-C51C82CF113A}" type="presOf" srcId="{53D833ED-C3D1-4217-BEAB-0A4D799394F9}" destId="{D0A101C8-4426-4328-8326-98DB5FCAA2FD}" srcOrd="0" destOrd="0" presId="urn:microsoft.com/office/officeart/2018/2/layout/IconVerticalSolidList"/>
    <dgm:cxn modelId="{22B02F20-A01F-482E-B068-AE28A57790B7}" type="presOf" srcId="{CDF00767-AB5C-4EA2-A053-8D665CD5160D}" destId="{9B0CC2AD-66B5-4C9E-9C2F-84C7D2EA41F6}" srcOrd="0" destOrd="0" presId="urn:microsoft.com/office/officeart/2018/2/layout/IconVerticalSolidList"/>
    <dgm:cxn modelId="{DFC54442-0F56-4EAC-9929-5C8048C55188}" srcId="{91A0AAE7-A047-4439-9A05-2E99F7630F14}" destId="{8024E09B-E218-44C9-B4BA-7EC7C1D153FA}" srcOrd="1" destOrd="0" parTransId="{64AF97CA-4F28-47F9-B8BA-89999EC8088A}" sibTransId="{43D8D9D8-3810-413E-9C23-49FA3F41A305}"/>
    <dgm:cxn modelId="{0AE3B67B-C7A7-4B02-A57F-7E075340C45F}" srcId="{91A0AAE7-A047-4439-9A05-2E99F7630F14}" destId="{D210CCC0-B5AA-4548-9060-643EB687F694}" srcOrd="0" destOrd="0" parTransId="{403AD602-C873-45AB-BBB7-B93EEF1D70A2}" sibTransId="{76E406F3-7ACB-4201-B871-A5683CC1C49D}"/>
    <dgm:cxn modelId="{1F2CAE8B-0171-45D1-94E1-FBF999CC7B1A}" type="presOf" srcId="{91A0AAE7-A047-4439-9A05-2E99F7630F14}" destId="{8BA42311-4100-48E3-971F-5744E088B2C7}" srcOrd="0" destOrd="0" presId="urn:microsoft.com/office/officeart/2018/2/layout/IconVerticalSolidList"/>
    <dgm:cxn modelId="{DBC308C5-9794-4DD5-A68C-C5439F98ACFD}" type="presOf" srcId="{D210CCC0-B5AA-4548-9060-643EB687F694}" destId="{5DD77C13-274A-472D-9D66-0F779C19423D}" srcOrd="0" destOrd="0" presId="urn:microsoft.com/office/officeart/2018/2/layout/IconVerticalSolidList"/>
    <dgm:cxn modelId="{3FB164D2-4460-40A0-B59A-C3B41F6FBF2E}" type="presOf" srcId="{8024E09B-E218-44C9-B4BA-7EC7C1D153FA}" destId="{F2F8CBCC-EBE9-451C-808D-7EF0AB80D0C8}" srcOrd="0" destOrd="0" presId="urn:microsoft.com/office/officeart/2018/2/layout/IconVerticalSolidList"/>
    <dgm:cxn modelId="{158B50EE-29F5-4E49-B18D-3611AAD5119D}" srcId="{91A0AAE7-A047-4439-9A05-2E99F7630F14}" destId="{CDF00767-AB5C-4EA2-A053-8D665CD5160D}" srcOrd="3" destOrd="0" parTransId="{F373CE9B-D575-4CD8-BE90-5DA96790FDD5}" sibTransId="{398F3D6F-8027-4ABD-8418-249786604133}"/>
    <dgm:cxn modelId="{EAA0DFF9-E4CA-4978-A167-9803CD5E543C}" srcId="{91A0AAE7-A047-4439-9A05-2E99F7630F14}" destId="{53D833ED-C3D1-4217-BEAB-0A4D799394F9}" srcOrd="2" destOrd="0" parTransId="{25074BB0-50C1-4BAB-A773-EF61535E24B9}" sibTransId="{CCF12DC0-C46A-49E8-814B-A3EF2A42A8AA}"/>
    <dgm:cxn modelId="{E7457615-253D-4FD2-AF3C-CA933116A451}" type="presParOf" srcId="{8BA42311-4100-48E3-971F-5744E088B2C7}" destId="{A15E7D9C-0AC3-4388-BBCA-57206709778D}" srcOrd="0" destOrd="0" presId="urn:microsoft.com/office/officeart/2018/2/layout/IconVerticalSolidList"/>
    <dgm:cxn modelId="{241C10FD-DD7D-4260-B033-F1F4C80B25F3}" type="presParOf" srcId="{A15E7D9C-0AC3-4388-BBCA-57206709778D}" destId="{3F7E5614-B74E-415A-B548-616F90232588}" srcOrd="0" destOrd="0" presId="urn:microsoft.com/office/officeart/2018/2/layout/IconVerticalSolidList"/>
    <dgm:cxn modelId="{C9D0CDA7-756E-44CC-91AE-EBFAEF9DDBD3}" type="presParOf" srcId="{A15E7D9C-0AC3-4388-BBCA-57206709778D}" destId="{A7A246AD-C391-4D97-98CC-26C441E252D6}" srcOrd="1" destOrd="0" presId="urn:microsoft.com/office/officeart/2018/2/layout/IconVerticalSolidList"/>
    <dgm:cxn modelId="{0ACBAC93-C197-4A80-9A26-2B1FD474B62C}" type="presParOf" srcId="{A15E7D9C-0AC3-4388-BBCA-57206709778D}" destId="{21A1AF62-D96A-4325-B0F9-32DA344B767C}" srcOrd="2" destOrd="0" presId="urn:microsoft.com/office/officeart/2018/2/layout/IconVerticalSolidList"/>
    <dgm:cxn modelId="{34F4E537-F852-4D7D-8BD2-48AC49AFF715}" type="presParOf" srcId="{A15E7D9C-0AC3-4388-BBCA-57206709778D}" destId="{5DD77C13-274A-472D-9D66-0F779C19423D}" srcOrd="3" destOrd="0" presId="urn:microsoft.com/office/officeart/2018/2/layout/IconVerticalSolidList"/>
    <dgm:cxn modelId="{FA0894A8-A499-45F1-AF3C-2AF7FD74B17F}" type="presParOf" srcId="{8BA42311-4100-48E3-971F-5744E088B2C7}" destId="{166869E1-0E1F-42B0-80BA-A43E9776C85A}" srcOrd="1" destOrd="0" presId="urn:microsoft.com/office/officeart/2018/2/layout/IconVerticalSolidList"/>
    <dgm:cxn modelId="{F0FB1496-C344-4C13-AF9E-02B6A4E9C341}" type="presParOf" srcId="{8BA42311-4100-48E3-971F-5744E088B2C7}" destId="{B5E7BAEE-ADBA-4644-A991-47DC02526E27}" srcOrd="2" destOrd="0" presId="urn:microsoft.com/office/officeart/2018/2/layout/IconVerticalSolidList"/>
    <dgm:cxn modelId="{255DD1A3-3098-43AD-B123-7DC4815F7319}" type="presParOf" srcId="{B5E7BAEE-ADBA-4644-A991-47DC02526E27}" destId="{1B5918F8-57ED-460D-9566-F2032558D86E}" srcOrd="0" destOrd="0" presId="urn:microsoft.com/office/officeart/2018/2/layout/IconVerticalSolidList"/>
    <dgm:cxn modelId="{C2466649-A391-4BA2-98B1-B38981A6AACE}" type="presParOf" srcId="{B5E7BAEE-ADBA-4644-A991-47DC02526E27}" destId="{3CAF5E88-6506-43D7-B2EA-1847C8F17C21}" srcOrd="1" destOrd="0" presId="urn:microsoft.com/office/officeart/2018/2/layout/IconVerticalSolidList"/>
    <dgm:cxn modelId="{AEC6ABFB-B837-488E-9A39-0A374F8D434E}" type="presParOf" srcId="{B5E7BAEE-ADBA-4644-A991-47DC02526E27}" destId="{F5722DFC-682B-42A2-A94C-0F044B05E386}" srcOrd="2" destOrd="0" presId="urn:microsoft.com/office/officeart/2018/2/layout/IconVerticalSolidList"/>
    <dgm:cxn modelId="{335C298A-4160-476E-9BAB-FFD5DCC0F573}" type="presParOf" srcId="{B5E7BAEE-ADBA-4644-A991-47DC02526E27}" destId="{F2F8CBCC-EBE9-451C-808D-7EF0AB80D0C8}" srcOrd="3" destOrd="0" presId="urn:microsoft.com/office/officeart/2018/2/layout/IconVerticalSolidList"/>
    <dgm:cxn modelId="{64FE2526-D19B-43B3-B222-C7610F9EBD75}" type="presParOf" srcId="{8BA42311-4100-48E3-971F-5744E088B2C7}" destId="{DBBF8FC1-683C-49EF-9C48-A3E6F7CF6DCC}" srcOrd="3" destOrd="0" presId="urn:microsoft.com/office/officeart/2018/2/layout/IconVerticalSolidList"/>
    <dgm:cxn modelId="{7CC95AA0-9772-455C-B4CF-75A852D92660}" type="presParOf" srcId="{8BA42311-4100-48E3-971F-5744E088B2C7}" destId="{EE48BC7C-C972-4488-B3FD-F1802B064499}" srcOrd="4" destOrd="0" presId="urn:microsoft.com/office/officeart/2018/2/layout/IconVerticalSolidList"/>
    <dgm:cxn modelId="{FDC26269-4224-45E8-A1FE-552EEBFF26D0}" type="presParOf" srcId="{EE48BC7C-C972-4488-B3FD-F1802B064499}" destId="{5515014E-2014-4A48-9485-E97CB14E81EB}" srcOrd="0" destOrd="0" presId="urn:microsoft.com/office/officeart/2018/2/layout/IconVerticalSolidList"/>
    <dgm:cxn modelId="{45FF0CDC-CA7B-422D-9EF2-88C31F3A0EB1}" type="presParOf" srcId="{EE48BC7C-C972-4488-B3FD-F1802B064499}" destId="{3DB4C861-81F3-4D99-BB6A-D7B9E47F754F}" srcOrd="1" destOrd="0" presId="urn:microsoft.com/office/officeart/2018/2/layout/IconVerticalSolidList"/>
    <dgm:cxn modelId="{B998AC16-5888-44C7-A99F-7C8F20FA9EC8}" type="presParOf" srcId="{EE48BC7C-C972-4488-B3FD-F1802B064499}" destId="{5CAE98F9-1122-4A27-BBA8-0830FD30BA8A}" srcOrd="2" destOrd="0" presId="urn:microsoft.com/office/officeart/2018/2/layout/IconVerticalSolidList"/>
    <dgm:cxn modelId="{F61632F3-6459-4E5D-9A44-A6E07EA98CA5}" type="presParOf" srcId="{EE48BC7C-C972-4488-B3FD-F1802B064499}" destId="{D0A101C8-4426-4328-8326-98DB5FCAA2FD}" srcOrd="3" destOrd="0" presId="urn:microsoft.com/office/officeart/2018/2/layout/IconVerticalSolidList"/>
    <dgm:cxn modelId="{6AE5A5AB-68FB-4B04-B0DD-9B902899B5D6}" type="presParOf" srcId="{8BA42311-4100-48E3-971F-5744E088B2C7}" destId="{45E4A131-E71B-4FA6-8048-E52D154228FB}" srcOrd="5" destOrd="0" presId="urn:microsoft.com/office/officeart/2018/2/layout/IconVerticalSolidList"/>
    <dgm:cxn modelId="{012A34FC-3D81-483A-B1B0-CD03D21B5506}" type="presParOf" srcId="{8BA42311-4100-48E3-971F-5744E088B2C7}" destId="{22199BB0-9D81-473B-B77A-9F22BDBFA719}" srcOrd="6" destOrd="0" presId="urn:microsoft.com/office/officeart/2018/2/layout/IconVerticalSolidList"/>
    <dgm:cxn modelId="{3CB958D0-DCA8-408E-93E0-CCA979374F5F}" type="presParOf" srcId="{22199BB0-9D81-473B-B77A-9F22BDBFA719}" destId="{E779DCAD-666D-46F5-8E18-8B364C788A31}" srcOrd="0" destOrd="0" presId="urn:microsoft.com/office/officeart/2018/2/layout/IconVerticalSolidList"/>
    <dgm:cxn modelId="{6C0B71F3-D3CD-48C3-8184-FD6170A29005}" type="presParOf" srcId="{22199BB0-9D81-473B-B77A-9F22BDBFA719}" destId="{CBFD4527-7C15-4E1B-8D3E-28AE66F26583}" srcOrd="1" destOrd="0" presId="urn:microsoft.com/office/officeart/2018/2/layout/IconVerticalSolidList"/>
    <dgm:cxn modelId="{F9DCB0EC-0E6B-40F4-95F3-9AC81FAF2E81}" type="presParOf" srcId="{22199BB0-9D81-473B-B77A-9F22BDBFA719}" destId="{F960738F-9D03-4E18-826D-E0C3F612D9EF}" srcOrd="2" destOrd="0" presId="urn:microsoft.com/office/officeart/2018/2/layout/IconVerticalSolidList"/>
    <dgm:cxn modelId="{62E802A4-EDE6-45BA-9C02-12A42768F3AA}" type="presParOf" srcId="{22199BB0-9D81-473B-B77A-9F22BDBFA719}" destId="{9B0CC2AD-66B5-4C9E-9C2F-84C7D2EA41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692D3C-CE0C-4C68-880E-FD22CB80AA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5EC04C9-4356-435F-9106-8E464AF387D3}">
      <dgm:prSet/>
      <dgm:spPr/>
      <dgm:t>
        <a:bodyPr/>
        <a:lstStyle/>
        <a:p>
          <a:r>
            <a:rPr lang="en-US"/>
            <a:t>Boost conversion from 30% → 60%</a:t>
          </a:r>
        </a:p>
      </dgm:t>
    </dgm:pt>
    <dgm:pt modelId="{90EC82F0-4056-448B-9DE5-E6040B7CCCD9}" type="parTrans" cxnId="{1E5EBF4E-D623-4A56-A53D-2AC298F890ED}">
      <dgm:prSet/>
      <dgm:spPr/>
      <dgm:t>
        <a:bodyPr/>
        <a:lstStyle/>
        <a:p>
          <a:endParaRPr lang="en-US"/>
        </a:p>
      </dgm:t>
    </dgm:pt>
    <dgm:pt modelId="{CAC1153C-65FC-433E-9C4E-65F675DA32E6}" type="sibTrans" cxnId="{1E5EBF4E-D623-4A56-A53D-2AC298F890ED}">
      <dgm:prSet/>
      <dgm:spPr/>
      <dgm:t>
        <a:bodyPr/>
        <a:lstStyle/>
        <a:p>
          <a:endParaRPr lang="en-US"/>
        </a:p>
      </dgm:t>
    </dgm:pt>
    <dgm:pt modelId="{A9BD3A1B-C709-4FC7-A248-B21388395754}">
      <dgm:prSet/>
      <dgm:spPr/>
      <dgm:t>
        <a:bodyPr/>
        <a:lstStyle/>
        <a:p>
          <a:r>
            <a:rPr lang="en-US"/>
            <a:t>New cross-sell channels via chat</a:t>
          </a:r>
        </a:p>
      </dgm:t>
    </dgm:pt>
    <dgm:pt modelId="{440C865F-C900-4CDC-A160-0D0CAE8165AD}" type="parTrans" cxnId="{7B4AECAA-1D84-4C28-B0EC-B1ABF758EFDB}">
      <dgm:prSet/>
      <dgm:spPr/>
      <dgm:t>
        <a:bodyPr/>
        <a:lstStyle/>
        <a:p>
          <a:endParaRPr lang="en-US"/>
        </a:p>
      </dgm:t>
    </dgm:pt>
    <dgm:pt modelId="{60376E9B-9E39-49C9-977D-B1F4A47FB540}" type="sibTrans" cxnId="{7B4AECAA-1D84-4C28-B0EC-B1ABF758EFDB}">
      <dgm:prSet/>
      <dgm:spPr/>
      <dgm:t>
        <a:bodyPr/>
        <a:lstStyle/>
        <a:p>
          <a:endParaRPr lang="en-US"/>
        </a:p>
      </dgm:t>
    </dgm:pt>
    <dgm:pt modelId="{6B8C5465-A240-40AE-8940-FE128C11A660}">
      <dgm:prSet/>
      <dgm:spPr/>
      <dgm:t>
        <a:bodyPr/>
        <a:lstStyle/>
        <a:p>
          <a:r>
            <a:rPr lang="en-US"/>
            <a:t>Data insights for underwriting</a:t>
          </a:r>
        </a:p>
      </dgm:t>
    </dgm:pt>
    <dgm:pt modelId="{AB8C60B1-94A2-4DF8-91EA-97825520ED6F}" type="parTrans" cxnId="{53F29B2E-0FCC-4646-89FD-600D457612B8}">
      <dgm:prSet/>
      <dgm:spPr/>
      <dgm:t>
        <a:bodyPr/>
        <a:lstStyle/>
        <a:p>
          <a:endParaRPr lang="en-US"/>
        </a:p>
      </dgm:t>
    </dgm:pt>
    <dgm:pt modelId="{D26DC195-773D-4897-9F05-F8A0C1C8A0C5}" type="sibTrans" cxnId="{53F29B2E-0FCC-4646-89FD-600D457612B8}">
      <dgm:prSet/>
      <dgm:spPr/>
      <dgm:t>
        <a:bodyPr/>
        <a:lstStyle/>
        <a:p>
          <a:endParaRPr lang="en-US"/>
        </a:p>
      </dgm:t>
    </dgm:pt>
    <dgm:pt modelId="{6DD35D8B-6B0C-417B-A5BB-61855E1B044A}">
      <dgm:prSet/>
      <dgm:spPr/>
      <dgm:t>
        <a:bodyPr/>
        <a:lstStyle/>
        <a:p>
          <a:r>
            <a:rPr lang="en-US"/>
            <a:t>Scalable B2B white-label API for partners</a:t>
          </a:r>
        </a:p>
      </dgm:t>
    </dgm:pt>
    <dgm:pt modelId="{B1DB311B-D107-4704-AA22-603679352DC0}" type="parTrans" cxnId="{9A29DE84-0733-4CD7-A17B-5F21EC826C2C}">
      <dgm:prSet/>
      <dgm:spPr/>
      <dgm:t>
        <a:bodyPr/>
        <a:lstStyle/>
        <a:p>
          <a:endParaRPr lang="en-US"/>
        </a:p>
      </dgm:t>
    </dgm:pt>
    <dgm:pt modelId="{419B7C56-F560-458D-AA96-CBE2248B76E7}" type="sibTrans" cxnId="{9A29DE84-0733-4CD7-A17B-5F21EC826C2C}">
      <dgm:prSet/>
      <dgm:spPr/>
      <dgm:t>
        <a:bodyPr/>
        <a:lstStyle/>
        <a:p>
          <a:endParaRPr lang="en-US"/>
        </a:p>
      </dgm:t>
    </dgm:pt>
    <dgm:pt modelId="{3BDDD2F6-F355-48AE-BBA8-5C94BA88A87C}" type="pres">
      <dgm:prSet presAssocID="{FA692D3C-CE0C-4C68-880E-FD22CB80AA85}" presName="root" presStyleCnt="0">
        <dgm:presLayoutVars>
          <dgm:dir/>
          <dgm:resizeHandles val="exact"/>
        </dgm:presLayoutVars>
      </dgm:prSet>
      <dgm:spPr/>
    </dgm:pt>
    <dgm:pt modelId="{CC29FEE8-9CAF-4D91-B92C-16DA05D5C2B4}" type="pres">
      <dgm:prSet presAssocID="{F5EC04C9-4356-435F-9106-8E464AF387D3}" presName="compNode" presStyleCnt="0"/>
      <dgm:spPr/>
    </dgm:pt>
    <dgm:pt modelId="{2EB9F2DA-121A-4B8D-B540-184BB7050397}" type="pres">
      <dgm:prSet presAssocID="{F5EC04C9-4356-435F-9106-8E464AF387D3}" presName="bgRect" presStyleLbl="bgShp" presStyleIdx="0" presStyleCnt="4"/>
      <dgm:spPr/>
    </dgm:pt>
    <dgm:pt modelId="{7EC3EAF4-0606-48A2-B796-B50545F88AA6}" type="pres">
      <dgm:prSet presAssocID="{F5EC04C9-4356-435F-9106-8E464AF387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BD1CB00-060B-4D47-AAA8-684792D6B2A3}" type="pres">
      <dgm:prSet presAssocID="{F5EC04C9-4356-435F-9106-8E464AF387D3}" presName="spaceRect" presStyleCnt="0"/>
      <dgm:spPr/>
    </dgm:pt>
    <dgm:pt modelId="{5F92EC5E-6D6A-474B-B0E4-D75B83A2CC35}" type="pres">
      <dgm:prSet presAssocID="{F5EC04C9-4356-435F-9106-8E464AF387D3}" presName="parTx" presStyleLbl="revTx" presStyleIdx="0" presStyleCnt="4">
        <dgm:presLayoutVars>
          <dgm:chMax val="0"/>
          <dgm:chPref val="0"/>
        </dgm:presLayoutVars>
      </dgm:prSet>
      <dgm:spPr/>
    </dgm:pt>
    <dgm:pt modelId="{BFCD6BD8-8EB7-485A-8046-142405161828}" type="pres">
      <dgm:prSet presAssocID="{CAC1153C-65FC-433E-9C4E-65F675DA32E6}" presName="sibTrans" presStyleCnt="0"/>
      <dgm:spPr/>
    </dgm:pt>
    <dgm:pt modelId="{3ABB1D32-C27C-4408-885F-468E7544A629}" type="pres">
      <dgm:prSet presAssocID="{A9BD3A1B-C709-4FC7-A248-B21388395754}" presName="compNode" presStyleCnt="0"/>
      <dgm:spPr/>
    </dgm:pt>
    <dgm:pt modelId="{48478F96-38E2-402B-AC54-D40B4486CFE2}" type="pres">
      <dgm:prSet presAssocID="{A9BD3A1B-C709-4FC7-A248-B21388395754}" presName="bgRect" presStyleLbl="bgShp" presStyleIdx="1" presStyleCnt="4"/>
      <dgm:spPr/>
    </dgm:pt>
    <dgm:pt modelId="{BD9ACBA1-D762-40CE-8CCC-D8F4E36FC9A2}" type="pres">
      <dgm:prSet presAssocID="{A9BD3A1B-C709-4FC7-A248-B213883957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61076FF-ADA4-42E3-BBC4-A8E654D350A3}" type="pres">
      <dgm:prSet presAssocID="{A9BD3A1B-C709-4FC7-A248-B21388395754}" presName="spaceRect" presStyleCnt="0"/>
      <dgm:spPr/>
    </dgm:pt>
    <dgm:pt modelId="{7563DB00-49FF-4F31-B99B-2BEB4CDDF93F}" type="pres">
      <dgm:prSet presAssocID="{A9BD3A1B-C709-4FC7-A248-B21388395754}" presName="parTx" presStyleLbl="revTx" presStyleIdx="1" presStyleCnt="4">
        <dgm:presLayoutVars>
          <dgm:chMax val="0"/>
          <dgm:chPref val="0"/>
        </dgm:presLayoutVars>
      </dgm:prSet>
      <dgm:spPr/>
    </dgm:pt>
    <dgm:pt modelId="{C18D55D9-0C45-4D88-8826-1CDF500DDFDD}" type="pres">
      <dgm:prSet presAssocID="{60376E9B-9E39-49C9-977D-B1F4A47FB540}" presName="sibTrans" presStyleCnt="0"/>
      <dgm:spPr/>
    </dgm:pt>
    <dgm:pt modelId="{2D625A8A-501F-43FC-8798-17C8B3C8BEC0}" type="pres">
      <dgm:prSet presAssocID="{6B8C5465-A240-40AE-8940-FE128C11A660}" presName="compNode" presStyleCnt="0"/>
      <dgm:spPr/>
    </dgm:pt>
    <dgm:pt modelId="{BFFF9BDF-BEBE-4F3D-8FCA-FD3B7AE1C829}" type="pres">
      <dgm:prSet presAssocID="{6B8C5465-A240-40AE-8940-FE128C11A660}" presName="bgRect" presStyleLbl="bgShp" presStyleIdx="2" presStyleCnt="4"/>
      <dgm:spPr/>
    </dgm:pt>
    <dgm:pt modelId="{6C7D7BA9-8518-4F9C-9050-22A64042C22B}" type="pres">
      <dgm:prSet presAssocID="{6B8C5465-A240-40AE-8940-FE128C11A6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40E1995-EDB6-4DFB-BE5A-241571AE7F04}" type="pres">
      <dgm:prSet presAssocID="{6B8C5465-A240-40AE-8940-FE128C11A660}" presName="spaceRect" presStyleCnt="0"/>
      <dgm:spPr/>
    </dgm:pt>
    <dgm:pt modelId="{962B7C84-D4D3-4E0D-9878-75A0944D4739}" type="pres">
      <dgm:prSet presAssocID="{6B8C5465-A240-40AE-8940-FE128C11A660}" presName="parTx" presStyleLbl="revTx" presStyleIdx="2" presStyleCnt="4">
        <dgm:presLayoutVars>
          <dgm:chMax val="0"/>
          <dgm:chPref val="0"/>
        </dgm:presLayoutVars>
      </dgm:prSet>
      <dgm:spPr/>
    </dgm:pt>
    <dgm:pt modelId="{D17300CC-E881-4576-9BDB-EE2317D5010E}" type="pres">
      <dgm:prSet presAssocID="{D26DC195-773D-4897-9F05-F8A0C1C8A0C5}" presName="sibTrans" presStyleCnt="0"/>
      <dgm:spPr/>
    </dgm:pt>
    <dgm:pt modelId="{CA1650E4-9E05-4C4E-8FE4-130A0E94330A}" type="pres">
      <dgm:prSet presAssocID="{6DD35D8B-6B0C-417B-A5BB-61855E1B044A}" presName="compNode" presStyleCnt="0"/>
      <dgm:spPr/>
    </dgm:pt>
    <dgm:pt modelId="{61965799-990A-42E9-B362-BF3FD514E8A7}" type="pres">
      <dgm:prSet presAssocID="{6DD35D8B-6B0C-417B-A5BB-61855E1B044A}" presName="bgRect" presStyleLbl="bgShp" presStyleIdx="3" presStyleCnt="4"/>
      <dgm:spPr/>
    </dgm:pt>
    <dgm:pt modelId="{8546B7F8-339B-457D-946D-2CF05F6D4310}" type="pres">
      <dgm:prSet presAssocID="{6DD35D8B-6B0C-417B-A5BB-61855E1B0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D41ADA9-087A-4308-ACA9-54AA769CAE0E}" type="pres">
      <dgm:prSet presAssocID="{6DD35D8B-6B0C-417B-A5BB-61855E1B044A}" presName="spaceRect" presStyleCnt="0"/>
      <dgm:spPr/>
    </dgm:pt>
    <dgm:pt modelId="{92F98931-EF5D-45B8-8FB6-17CF7041269E}" type="pres">
      <dgm:prSet presAssocID="{6DD35D8B-6B0C-417B-A5BB-61855E1B04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F29B2E-0FCC-4646-89FD-600D457612B8}" srcId="{FA692D3C-CE0C-4C68-880E-FD22CB80AA85}" destId="{6B8C5465-A240-40AE-8940-FE128C11A660}" srcOrd="2" destOrd="0" parTransId="{AB8C60B1-94A2-4DF8-91EA-97825520ED6F}" sibTransId="{D26DC195-773D-4897-9F05-F8A0C1C8A0C5}"/>
    <dgm:cxn modelId="{E1790664-1C50-4A9A-AF45-2B3FBAD6BE87}" type="presOf" srcId="{FA692D3C-CE0C-4C68-880E-FD22CB80AA85}" destId="{3BDDD2F6-F355-48AE-BBA8-5C94BA88A87C}" srcOrd="0" destOrd="0" presId="urn:microsoft.com/office/officeart/2018/2/layout/IconVerticalSolidList"/>
    <dgm:cxn modelId="{CCB5CC65-46C4-4832-8BEB-90A55C1932B9}" type="presOf" srcId="{A9BD3A1B-C709-4FC7-A248-B21388395754}" destId="{7563DB00-49FF-4F31-B99B-2BEB4CDDF93F}" srcOrd="0" destOrd="0" presId="urn:microsoft.com/office/officeart/2018/2/layout/IconVerticalSolidList"/>
    <dgm:cxn modelId="{139E6167-6580-41F4-BA55-344B919E7D47}" type="presOf" srcId="{6B8C5465-A240-40AE-8940-FE128C11A660}" destId="{962B7C84-D4D3-4E0D-9878-75A0944D4739}" srcOrd="0" destOrd="0" presId="urn:microsoft.com/office/officeart/2018/2/layout/IconVerticalSolidList"/>
    <dgm:cxn modelId="{1E5EBF4E-D623-4A56-A53D-2AC298F890ED}" srcId="{FA692D3C-CE0C-4C68-880E-FD22CB80AA85}" destId="{F5EC04C9-4356-435F-9106-8E464AF387D3}" srcOrd="0" destOrd="0" parTransId="{90EC82F0-4056-448B-9DE5-E6040B7CCCD9}" sibTransId="{CAC1153C-65FC-433E-9C4E-65F675DA32E6}"/>
    <dgm:cxn modelId="{B381FE79-DA76-469F-B30D-FDE51A080A1A}" type="presOf" srcId="{6DD35D8B-6B0C-417B-A5BB-61855E1B044A}" destId="{92F98931-EF5D-45B8-8FB6-17CF7041269E}" srcOrd="0" destOrd="0" presId="urn:microsoft.com/office/officeart/2018/2/layout/IconVerticalSolidList"/>
    <dgm:cxn modelId="{9A29DE84-0733-4CD7-A17B-5F21EC826C2C}" srcId="{FA692D3C-CE0C-4C68-880E-FD22CB80AA85}" destId="{6DD35D8B-6B0C-417B-A5BB-61855E1B044A}" srcOrd="3" destOrd="0" parTransId="{B1DB311B-D107-4704-AA22-603679352DC0}" sibTransId="{419B7C56-F560-458D-AA96-CBE2248B76E7}"/>
    <dgm:cxn modelId="{7B4AECAA-1D84-4C28-B0EC-B1ABF758EFDB}" srcId="{FA692D3C-CE0C-4C68-880E-FD22CB80AA85}" destId="{A9BD3A1B-C709-4FC7-A248-B21388395754}" srcOrd="1" destOrd="0" parTransId="{440C865F-C900-4CDC-A160-0D0CAE8165AD}" sibTransId="{60376E9B-9E39-49C9-977D-B1F4A47FB540}"/>
    <dgm:cxn modelId="{7BF64EDD-959B-4C7F-911C-C6194D0E9FC8}" type="presOf" srcId="{F5EC04C9-4356-435F-9106-8E464AF387D3}" destId="{5F92EC5E-6D6A-474B-B0E4-D75B83A2CC35}" srcOrd="0" destOrd="0" presId="urn:microsoft.com/office/officeart/2018/2/layout/IconVerticalSolidList"/>
    <dgm:cxn modelId="{D7C4097A-9D95-4677-AA69-800C2A839578}" type="presParOf" srcId="{3BDDD2F6-F355-48AE-BBA8-5C94BA88A87C}" destId="{CC29FEE8-9CAF-4D91-B92C-16DA05D5C2B4}" srcOrd="0" destOrd="0" presId="urn:microsoft.com/office/officeart/2018/2/layout/IconVerticalSolidList"/>
    <dgm:cxn modelId="{5735FD18-E7D6-4A56-974D-2767AC412342}" type="presParOf" srcId="{CC29FEE8-9CAF-4D91-B92C-16DA05D5C2B4}" destId="{2EB9F2DA-121A-4B8D-B540-184BB7050397}" srcOrd="0" destOrd="0" presId="urn:microsoft.com/office/officeart/2018/2/layout/IconVerticalSolidList"/>
    <dgm:cxn modelId="{A57A2784-36EC-475F-811D-194C232D6E16}" type="presParOf" srcId="{CC29FEE8-9CAF-4D91-B92C-16DA05D5C2B4}" destId="{7EC3EAF4-0606-48A2-B796-B50545F88AA6}" srcOrd="1" destOrd="0" presId="urn:microsoft.com/office/officeart/2018/2/layout/IconVerticalSolidList"/>
    <dgm:cxn modelId="{1997EF75-BDA6-4502-A28B-313A643B6953}" type="presParOf" srcId="{CC29FEE8-9CAF-4D91-B92C-16DA05D5C2B4}" destId="{BBD1CB00-060B-4D47-AAA8-684792D6B2A3}" srcOrd="2" destOrd="0" presId="urn:microsoft.com/office/officeart/2018/2/layout/IconVerticalSolidList"/>
    <dgm:cxn modelId="{23FA5982-6537-4C4E-B46C-E80A8270BBC1}" type="presParOf" srcId="{CC29FEE8-9CAF-4D91-B92C-16DA05D5C2B4}" destId="{5F92EC5E-6D6A-474B-B0E4-D75B83A2CC35}" srcOrd="3" destOrd="0" presId="urn:microsoft.com/office/officeart/2018/2/layout/IconVerticalSolidList"/>
    <dgm:cxn modelId="{4254A419-EBFC-4141-B728-DA7249166B1E}" type="presParOf" srcId="{3BDDD2F6-F355-48AE-BBA8-5C94BA88A87C}" destId="{BFCD6BD8-8EB7-485A-8046-142405161828}" srcOrd="1" destOrd="0" presId="urn:microsoft.com/office/officeart/2018/2/layout/IconVerticalSolidList"/>
    <dgm:cxn modelId="{6A82A0B2-4158-40EA-B2A7-F9101AAB3F36}" type="presParOf" srcId="{3BDDD2F6-F355-48AE-BBA8-5C94BA88A87C}" destId="{3ABB1D32-C27C-4408-885F-468E7544A629}" srcOrd="2" destOrd="0" presId="urn:microsoft.com/office/officeart/2018/2/layout/IconVerticalSolidList"/>
    <dgm:cxn modelId="{2AD582D2-2FB8-46C0-8F1B-180D5D3FB4F0}" type="presParOf" srcId="{3ABB1D32-C27C-4408-885F-468E7544A629}" destId="{48478F96-38E2-402B-AC54-D40B4486CFE2}" srcOrd="0" destOrd="0" presId="urn:microsoft.com/office/officeart/2018/2/layout/IconVerticalSolidList"/>
    <dgm:cxn modelId="{4A21CF86-13F9-4DF8-9860-23E2C91EBB3B}" type="presParOf" srcId="{3ABB1D32-C27C-4408-885F-468E7544A629}" destId="{BD9ACBA1-D762-40CE-8CCC-D8F4E36FC9A2}" srcOrd="1" destOrd="0" presId="urn:microsoft.com/office/officeart/2018/2/layout/IconVerticalSolidList"/>
    <dgm:cxn modelId="{6942ACCF-E699-4D6B-973E-F38B1C750F44}" type="presParOf" srcId="{3ABB1D32-C27C-4408-885F-468E7544A629}" destId="{A61076FF-ADA4-42E3-BBC4-A8E654D350A3}" srcOrd="2" destOrd="0" presId="urn:microsoft.com/office/officeart/2018/2/layout/IconVerticalSolidList"/>
    <dgm:cxn modelId="{BC1F1D7D-0328-40F6-9F24-574EDB0A2178}" type="presParOf" srcId="{3ABB1D32-C27C-4408-885F-468E7544A629}" destId="{7563DB00-49FF-4F31-B99B-2BEB4CDDF93F}" srcOrd="3" destOrd="0" presId="urn:microsoft.com/office/officeart/2018/2/layout/IconVerticalSolidList"/>
    <dgm:cxn modelId="{A4667AFE-7D67-4E93-B73B-B714F3D3293B}" type="presParOf" srcId="{3BDDD2F6-F355-48AE-BBA8-5C94BA88A87C}" destId="{C18D55D9-0C45-4D88-8826-1CDF500DDFDD}" srcOrd="3" destOrd="0" presId="urn:microsoft.com/office/officeart/2018/2/layout/IconVerticalSolidList"/>
    <dgm:cxn modelId="{BB6FA925-CD77-4A2C-9814-C217F89C0EF9}" type="presParOf" srcId="{3BDDD2F6-F355-48AE-BBA8-5C94BA88A87C}" destId="{2D625A8A-501F-43FC-8798-17C8B3C8BEC0}" srcOrd="4" destOrd="0" presId="urn:microsoft.com/office/officeart/2018/2/layout/IconVerticalSolidList"/>
    <dgm:cxn modelId="{E0ECEAAF-E8C3-4363-A3AA-C4DA0986ABE6}" type="presParOf" srcId="{2D625A8A-501F-43FC-8798-17C8B3C8BEC0}" destId="{BFFF9BDF-BEBE-4F3D-8FCA-FD3B7AE1C829}" srcOrd="0" destOrd="0" presId="urn:microsoft.com/office/officeart/2018/2/layout/IconVerticalSolidList"/>
    <dgm:cxn modelId="{4A0DAB76-17BD-4240-BAD3-5D6653A9B026}" type="presParOf" srcId="{2D625A8A-501F-43FC-8798-17C8B3C8BEC0}" destId="{6C7D7BA9-8518-4F9C-9050-22A64042C22B}" srcOrd="1" destOrd="0" presId="urn:microsoft.com/office/officeart/2018/2/layout/IconVerticalSolidList"/>
    <dgm:cxn modelId="{A082A234-991E-4551-BF16-81D3EEEF28F0}" type="presParOf" srcId="{2D625A8A-501F-43FC-8798-17C8B3C8BEC0}" destId="{640E1995-EDB6-4DFB-BE5A-241571AE7F04}" srcOrd="2" destOrd="0" presId="urn:microsoft.com/office/officeart/2018/2/layout/IconVerticalSolidList"/>
    <dgm:cxn modelId="{3F1DC1AE-0FC5-4567-872C-E3B88E65A2BF}" type="presParOf" srcId="{2D625A8A-501F-43FC-8798-17C8B3C8BEC0}" destId="{962B7C84-D4D3-4E0D-9878-75A0944D4739}" srcOrd="3" destOrd="0" presId="urn:microsoft.com/office/officeart/2018/2/layout/IconVerticalSolidList"/>
    <dgm:cxn modelId="{EEE5FAC9-F4A3-4E1A-BC20-DAD8293967D6}" type="presParOf" srcId="{3BDDD2F6-F355-48AE-BBA8-5C94BA88A87C}" destId="{D17300CC-E881-4576-9BDB-EE2317D5010E}" srcOrd="5" destOrd="0" presId="urn:microsoft.com/office/officeart/2018/2/layout/IconVerticalSolidList"/>
    <dgm:cxn modelId="{F40ED443-350D-40B1-85F7-E290993CF030}" type="presParOf" srcId="{3BDDD2F6-F355-48AE-BBA8-5C94BA88A87C}" destId="{CA1650E4-9E05-4C4E-8FE4-130A0E94330A}" srcOrd="6" destOrd="0" presId="urn:microsoft.com/office/officeart/2018/2/layout/IconVerticalSolidList"/>
    <dgm:cxn modelId="{0CD40FCC-B7B1-4E2A-B2D6-9EDCCB434DD9}" type="presParOf" srcId="{CA1650E4-9E05-4C4E-8FE4-130A0E94330A}" destId="{61965799-990A-42E9-B362-BF3FD514E8A7}" srcOrd="0" destOrd="0" presId="urn:microsoft.com/office/officeart/2018/2/layout/IconVerticalSolidList"/>
    <dgm:cxn modelId="{E33D6C21-01FD-4B84-B0DA-A970B3BACA1F}" type="presParOf" srcId="{CA1650E4-9E05-4C4E-8FE4-130A0E94330A}" destId="{8546B7F8-339B-457D-946D-2CF05F6D4310}" srcOrd="1" destOrd="0" presId="urn:microsoft.com/office/officeart/2018/2/layout/IconVerticalSolidList"/>
    <dgm:cxn modelId="{E59B773A-94D7-46BF-9FA1-FD6E4D1EE2B3}" type="presParOf" srcId="{CA1650E4-9E05-4C4E-8FE4-130A0E94330A}" destId="{5D41ADA9-087A-4308-ACA9-54AA769CAE0E}" srcOrd="2" destOrd="0" presId="urn:microsoft.com/office/officeart/2018/2/layout/IconVerticalSolidList"/>
    <dgm:cxn modelId="{794805B0-E276-4591-98E1-5BA460C990B9}" type="presParOf" srcId="{CA1650E4-9E05-4C4E-8FE4-130A0E94330A}" destId="{92F98931-EF5D-45B8-8FB6-17CF704126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DD995B9-59D6-4E5C-81FD-4A8E60A412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E8BD144-7080-413F-A3A3-B8A5D2AA80F8}">
      <dgm:prSet/>
      <dgm:spPr/>
      <dgm:t>
        <a:bodyPr/>
        <a:lstStyle/>
        <a:p>
          <a:r>
            <a:rPr lang="en-US"/>
            <a:t>We’re redefining how people experience insurance — turning complex policies into simple conversations.</a:t>
          </a:r>
        </a:p>
      </dgm:t>
    </dgm:pt>
    <dgm:pt modelId="{787AB18A-0902-4226-AF84-54E17236C36E}" type="parTrans" cxnId="{53B65BE5-2A2E-4BED-8B22-280618F7B281}">
      <dgm:prSet/>
      <dgm:spPr/>
      <dgm:t>
        <a:bodyPr/>
        <a:lstStyle/>
        <a:p>
          <a:endParaRPr lang="en-US"/>
        </a:p>
      </dgm:t>
    </dgm:pt>
    <dgm:pt modelId="{3627402B-9B46-487D-8526-BAB2F8D26FFC}" type="sibTrans" cxnId="{53B65BE5-2A2E-4BED-8B22-280618F7B281}">
      <dgm:prSet/>
      <dgm:spPr/>
      <dgm:t>
        <a:bodyPr/>
        <a:lstStyle/>
        <a:p>
          <a:endParaRPr lang="en-US"/>
        </a:p>
      </dgm:t>
    </dgm:pt>
    <dgm:pt modelId="{3F8DBCA7-CA8D-4235-B786-8FE5A8F6A63D}">
      <dgm:prSet/>
      <dgm:spPr/>
      <dgm:t>
        <a:bodyPr/>
        <a:lstStyle/>
        <a:p>
          <a:r>
            <a:rPr lang="en-US"/>
            <a:t>Let’s pilot this with Ancileo × MSIG today.</a:t>
          </a:r>
        </a:p>
      </dgm:t>
    </dgm:pt>
    <dgm:pt modelId="{24A604E5-E81C-4BB8-AB91-D02634452582}" type="parTrans" cxnId="{EC62C937-C9E5-4148-B052-3B3EFE8F05E3}">
      <dgm:prSet/>
      <dgm:spPr/>
      <dgm:t>
        <a:bodyPr/>
        <a:lstStyle/>
        <a:p>
          <a:endParaRPr lang="en-US"/>
        </a:p>
      </dgm:t>
    </dgm:pt>
    <dgm:pt modelId="{082B2823-6041-4066-AB91-511B89792A6D}" type="sibTrans" cxnId="{EC62C937-C9E5-4148-B052-3B3EFE8F05E3}">
      <dgm:prSet/>
      <dgm:spPr/>
      <dgm:t>
        <a:bodyPr/>
        <a:lstStyle/>
        <a:p>
          <a:endParaRPr lang="en-US"/>
        </a:p>
      </dgm:t>
    </dgm:pt>
    <dgm:pt modelId="{3DD38F9D-C68D-4B6E-A171-955B9D36CC2F}" type="pres">
      <dgm:prSet presAssocID="{5DD995B9-59D6-4E5C-81FD-4A8E60A41208}" presName="root" presStyleCnt="0">
        <dgm:presLayoutVars>
          <dgm:dir/>
          <dgm:resizeHandles val="exact"/>
        </dgm:presLayoutVars>
      </dgm:prSet>
      <dgm:spPr/>
    </dgm:pt>
    <dgm:pt modelId="{F246E127-B590-49A9-A8EA-39CC20659D61}" type="pres">
      <dgm:prSet presAssocID="{CE8BD144-7080-413F-A3A3-B8A5D2AA80F8}" presName="compNode" presStyleCnt="0"/>
      <dgm:spPr/>
    </dgm:pt>
    <dgm:pt modelId="{038995C0-36E3-40F1-A527-26487CFDB528}" type="pres">
      <dgm:prSet presAssocID="{CE8BD144-7080-413F-A3A3-B8A5D2AA80F8}" presName="bgRect" presStyleLbl="bgShp" presStyleIdx="0" presStyleCnt="2"/>
      <dgm:spPr/>
    </dgm:pt>
    <dgm:pt modelId="{6670E31D-45BC-41BF-B214-54E28A0D5DE0}" type="pres">
      <dgm:prSet presAssocID="{CE8BD144-7080-413F-A3A3-B8A5D2AA80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AE52D0D-373E-406D-A8A4-186CD24F4431}" type="pres">
      <dgm:prSet presAssocID="{CE8BD144-7080-413F-A3A3-B8A5D2AA80F8}" presName="spaceRect" presStyleCnt="0"/>
      <dgm:spPr/>
    </dgm:pt>
    <dgm:pt modelId="{156A861E-D8CC-4FCE-BBAD-6A18B821EA8D}" type="pres">
      <dgm:prSet presAssocID="{CE8BD144-7080-413F-A3A3-B8A5D2AA80F8}" presName="parTx" presStyleLbl="revTx" presStyleIdx="0" presStyleCnt="2">
        <dgm:presLayoutVars>
          <dgm:chMax val="0"/>
          <dgm:chPref val="0"/>
        </dgm:presLayoutVars>
      </dgm:prSet>
      <dgm:spPr/>
    </dgm:pt>
    <dgm:pt modelId="{0BA7F806-E1E3-4C1F-93C0-8F551E431834}" type="pres">
      <dgm:prSet presAssocID="{3627402B-9B46-487D-8526-BAB2F8D26FFC}" presName="sibTrans" presStyleCnt="0"/>
      <dgm:spPr/>
    </dgm:pt>
    <dgm:pt modelId="{BB34B581-F48D-4B29-98A2-5083094AE0D6}" type="pres">
      <dgm:prSet presAssocID="{3F8DBCA7-CA8D-4235-B786-8FE5A8F6A63D}" presName="compNode" presStyleCnt="0"/>
      <dgm:spPr/>
    </dgm:pt>
    <dgm:pt modelId="{0B2EE7DB-0CB3-4ABF-B1A4-6FE2B231291E}" type="pres">
      <dgm:prSet presAssocID="{3F8DBCA7-CA8D-4235-B786-8FE5A8F6A63D}" presName="bgRect" presStyleLbl="bgShp" presStyleIdx="1" presStyleCnt="2"/>
      <dgm:spPr/>
    </dgm:pt>
    <dgm:pt modelId="{11DAC59E-FFF8-4CDB-B40C-6EED59AD2A44}" type="pres">
      <dgm:prSet presAssocID="{3F8DBCA7-CA8D-4235-B786-8FE5A8F6A63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7D14A1C6-821E-435A-B707-352223C93427}" type="pres">
      <dgm:prSet presAssocID="{3F8DBCA7-CA8D-4235-B786-8FE5A8F6A63D}" presName="spaceRect" presStyleCnt="0"/>
      <dgm:spPr/>
    </dgm:pt>
    <dgm:pt modelId="{5F8525C1-2A95-4F78-9771-331AAFDC746D}" type="pres">
      <dgm:prSet presAssocID="{3F8DBCA7-CA8D-4235-B786-8FE5A8F6A6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C62C937-C9E5-4148-B052-3B3EFE8F05E3}" srcId="{5DD995B9-59D6-4E5C-81FD-4A8E60A41208}" destId="{3F8DBCA7-CA8D-4235-B786-8FE5A8F6A63D}" srcOrd="1" destOrd="0" parTransId="{24A604E5-E81C-4BB8-AB91-D02634452582}" sibTransId="{082B2823-6041-4066-AB91-511B89792A6D}"/>
    <dgm:cxn modelId="{B2179361-016B-44F1-8F02-8D6F26786E01}" type="presOf" srcId="{5DD995B9-59D6-4E5C-81FD-4A8E60A41208}" destId="{3DD38F9D-C68D-4B6E-A171-955B9D36CC2F}" srcOrd="0" destOrd="0" presId="urn:microsoft.com/office/officeart/2018/2/layout/IconVerticalSolidList"/>
    <dgm:cxn modelId="{514EE280-09A6-4318-83E4-BD01CE9D8293}" type="presOf" srcId="{CE8BD144-7080-413F-A3A3-B8A5D2AA80F8}" destId="{156A861E-D8CC-4FCE-BBAD-6A18B821EA8D}" srcOrd="0" destOrd="0" presId="urn:microsoft.com/office/officeart/2018/2/layout/IconVerticalSolidList"/>
    <dgm:cxn modelId="{72128EBD-4858-484C-A426-DC8852547861}" type="presOf" srcId="{3F8DBCA7-CA8D-4235-B786-8FE5A8F6A63D}" destId="{5F8525C1-2A95-4F78-9771-331AAFDC746D}" srcOrd="0" destOrd="0" presId="urn:microsoft.com/office/officeart/2018/2/layout/IconVerticalSolidList"/>
    <dgm:cxn modelId="{53B65BE5-2A2E-4BED-8B22-280618F7B281}" srcId="{5DD995B9-59D6-4E5C-81FD-4A8E60A41208}" destId="{CE8BD144-7080-413F-A3A3-B8A5D2AA80F8}" srcOrd="0" destOrd="0" parTransId="{787AB18A-0902-4226-AF84-54E17236C36E}" sibTransId="{3627402B-9B46-487D-8526-BAB2F8D26FFC}"/>
    <dgm:cxn modelId="{2B31EA9A-CA9D-4694-BA0D-E3272FC34D57}" type="presParOf" srcId="{3DD38F9D-C68D-4B6E-A171-955B9D36CC2F}" destId="{F246E127-B590-49A9-A8EA-39CC20659D61}" srcOrd="0" destOrd="0" presId="urn:microsoft.com/office/officeart/2018/2/layout/IconVerticalSolidList"/>
    <dgm:cxn modelId="{50AD51CD-CA90-49EF-90F1-CE7EF19DACB9}" type="presParOf" srcId="{F246E127-B590-49A9-A8EA-39CC20659D61}" destId="{038995C0-36E3-40F1-A527-26487CFDB528}" srcOrd="0" destOrd="0" presId="urn:microsoft.com/office/officeart/2018/2/layout/IconVerticalSolidList"/>
    <dgm:cxn modelId="{923555B6-2082-4012-A0DE-B6A9A062C025}" type="presParOf" srcId="{F246E127-B590-49A9-A8EA-39CC20659D61}" destId="{6670E31D-45BC-41BF-B214-54E28A0D5DE0}" srcOrd="1" destOrd="0" presId="urn:microsoft.com/office/officeart/2018/2/layout/IconVerticalSolidList"/>
    <dgm:cxn modelId="{893A28CE-7580-4BDA-9A9E-DE79E2371591}" type="presParOf" srcId="{F246E127-B590-49A9-A8EA-39CC20659D61}" destId="{3AE52D0D-373E-406D-A8A4-186CD24F4431}" srcOrd="2" destOrd="0" presId="urn:microsoft.com/office/officeart/2018/2/layout/IconVerticalSolidList"/>
    <dgm:cxn modelId="{6E798C95-0726-44EA-944A-12FEA79371A7}" type="presParOf" srcId="{F246E127-B590-49A9-A8EA-39CC20659D61}" destId="{156A861E-D8CC-4FCE-BBAD-6A18B821EA8D}" srcOrd="3" destOrd="0" presId="urn:microsoft.com/office/officeart/2018/2/layout/IconVerticalSolidList"/>
    <dgm:cxn modelId="{43F645D5-BCD2-4E74-A97C-9E34EC9AC9C8}" type="presParOf" srcId="{3DD38F9D-C68D-4B6E-A171-955B9D36CC2F}" destId="{0BA7F806-E1E3-4C1F-93C0-8F551E431834}" srcOrd="1" destOrd="0" presId="urn:microsoft.com/office/officeart/2018/2/layout/IconVerticalSolidList"/>
    <dgm:cxn modelId="{6D0F0FA5-A827-4782-A3B0-7DDCFF6336F5}" type="presParOf" srcId="{3DD38F9D-C68D-4B6E-A171-955B9D36CC2F}" destId="{BB34B581-F48D-4B29-98A2-5083094AE0D6}" srcOrd="2" destOrd="0" presId="urn:microsoft.com/office/officeart/2018/2/layout/IconVerticalSolidList"/>
    <dgm:cxn modelId="{CBA54E1A-AE2A-40DA-9AE6-D055D23A1304}" type="presParOf" srcId="{BB34B581-F48D-4B29-98A2-5083094AE0D6}" destId="{0B2EE7DB-0CB3-4ABF-B1A4-6FE2B231291E}" srcOrd="0" destOrd="0" presId="urn:microsoft.com/office/officeart/2018/2/layout/IconVerticalSolidList"/>
    <dgm:cxn modelId="{F087229E-8CAC-4F18-99E8-0F1BD9DE69F1}" type="presParOf" srcId="{BB34B581-F48D-4B29-98A2-5083094AE0D6}" destId="{11DAC59E-FFF8-4CDB-B40C-6EED59AD2A44}" srcOrd="1" destOrd="0" presId="urn:microsoft.com/office/officeart/2018/2/layout/IconVerticalSolidList"/>
    <dgm:cxn modelId="{B17E8253-DC86-4C8C-AA98-7ED220A38C22}" type="presParOf" srcId="{BB34B581-F48D-4B29-98A2-5083094AE0D6}" destId="{7D14A1C6-821E-435A-B707-352223C93427}" srcOrd="2" destOrd="0" presId="urn:microsoft.com/office/officeart/2018/2/layout/IconVerticalSolidList"/>
    <dgm:cxn modelId="{1503E4B9-18D8-459C-8383-785FC8C90ACC}" type="presParOf" srcId="{BB34B581-F48D-4B29-98A2-5083094AE0D6}" destId="{5F8525C1-2A95-4F78-9771-331AAFDC74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509E1-9813-47A4-AFBF-3CAA4B888B80}">
      <dsp:nvSpPr>
        <dsp:cNvPr id="0" name=""/>
        <dsp:cNvSpPr/>
      </dsp:nvSpPr>
      <dsp:spPr>
        <a:xfrm>
          <a:off x="37425" y="514047"/>
          <a:ext cx="973664" cy="9736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2D205-F9E0-4652-94E2-E9091CBFF7CE}">
      <dsp:nvSpPr>
        <dsp:cNvPr id="0" name=""/>
        <dsp:cNvSpPr/>
      </dsp:nvSpPr>
      <dsp:spPr>
        <a:xfrm>
          <a:off x="241895" y="718517"/>
          <a:ext cx="564725" cy="5647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BC262-5004-49E1-9B3F-7FD8E3C24C55}">
      <dsp:nvSpPr>
        <dsp:cNvPr id="0" name=""/>
        <dsp:cNvSpPr/>
      </dsp:nvSpPr>
      <dsp:spPr>
        <a:xfrm>
          <a:off x="1219733" y="514047"/>
          <a:ext cx="2295067" cy="97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70%+ abandonment rate in travel insurance purchase</a:t>
          </a:r>
        </a:p>
      </dsp:txBody>
      <dsp:txXfrm>
        <a:off x="1219733" y="514047"/>
        <a:ext cx="2295067" cy="973664"/>
      </dsp:txXfrm>
    </dsp:sp>
    <dsp:sp modelId="{A9A38CB1-8EC8-4A92-B88A-4EE47AB7C57F}">
      <dsp:nvSpPr>
        <dsp:cNvPr id="0" name=""/>
        <dsp:cNvSpPr/>
      </dsp:nvSpPr>
      <dsp:spPr>
        <a:xfrm>
          <a:off x="3914698" y="514047"/>
          <a:ext cx="973664" cy="97366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1B24C-293E-430E-9F9B-E6D5BCA279EC}">
      <dsp:nvSpPr>
        <dsp:cNvPr id="0" name=""/>
        <dsp:cNvSpPr/>
      </dsp:nvSpPr>
      <dsp:spPr>
        <a:xfrm>
          <a:off x="4119168" y="718517"/>
          <a:ext cx="564725" cy="5647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C0DB3-D95F-435C-BCAE-EE6CF132E3A3}">
      <dsp:nvSpPr>
        <dsp:cNvPr id="0" name=""/>
        <dsp:cNvSpPr/>
      </dsp:nvSpPr>
      <dsp:spPr>
        <a:xfrm>
          <a:off x="5097005" y="514047"/>
          <a:ext cx="2295067" cy="97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Dense, confusing policy documents</a:t>
          </a:r>
        </a:p>
      </dsp:txBody>
      <dsp:txXfrm>
        <a:off x="5097005" y="514047"/>
        <a:ext cx="2295067" cy="973664"/>
      </dsp:txXfrm>
    </dsp:sp>
    <dsp:sp modelId="{3DA0E9E8-AAB6-4F61-8B17-E7034FFA6A3A}">
      <dsp:nvSpPr>
        <dsp:cNvPr id="0" name=""/>
        <dsp:cNvSpPr/>
      </dsp:nvSpPr>
      <dsp:spPr>
        <a:xfrm>
          <a:off x="37425" y="2097137"/>
          <a:ext cx="973664" cy="9736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4C80B-FC74-4C64-945D-9CD9197F8AB9}">
      <dsp:nvSpPr>
        <dsp:cNvPr id="0" name=""/>
        <dsp:cNvSpPr/>
      </dsp:nvSpPr>
      <dsp:spPr>
        <a:xfrm>
          <a:off x="241895" y="2301606"/>
          <a:ext cx="564725" cy="5647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290C8-B5AC-4BEC-AC80-C7D6928B70D2}">
      <dsp:nvSpPr>
        <dsp:cNvPr id="0" name=""/>
        <dsp:cNvSpPr/>
      </dsp:nvSpPr>
      <dsp:spPr>
        <a:xfrm>
          <a:off x="1219733" y="2097137"/>
          <a:ext cx="2295067" cy="97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instant, personalized guidance</a:t>
          </a:r>
        </a:p>
      </dsp:txBody>
      <dsp:txXfrm>
        <a:off x="1219733" y="2097137"/>
        <a:ext cx="2295067" cy="973664"/>
      </dsp:txXfrm>
    </dsp:sp>
    <dsp:sp modelId="{D7D211E7-4266-485C-ABEF-08056B8211D5}">
      <dsp:nvSpPr>
        <dsp:cNvPr id="0" name=""/>
        <dsp:cNvSpPr/>
      </dsp:nvSpPr>
      <dsp:spPr>
        <a:xfrm>
          <a:off x="3914698" y="2097137"/>
          <a:ext cx="973664" cy="97366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BBF15-C529-474D-A09B-A36D41EF90C0}">
      <dsp:nvSpPr>
        <dsp:cNvPr id="0" name=""/>
        <dsp:cNvSpPr/>
      </dsp:nvSpPr>
      <dsp:spPr>
        <a:xfrm>
          <a:off x="4119168" y="2301606"/>
          <a:ext cx="564725" cy="5647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53F38-1CEF-4C80-9279-6A037B788CB6}">
      <dsp:nvSpPr>
        <dsp:cNvPr id="0" name=""/>
        <dsp:cNvSpPr/>
      </dsp:nvSpPr>
      <dsp:spPr>
        <a:xfrm>
          <a:off x="5097005" y="2097137"/>
          <a:ext cx="2295067" cy="97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Poor digital conversion for millennials &amp; Gen Z</a:t>
          </a:r>
        </a:p>
      </dsp:txBody>
      <dsp:txXfrm>
        <a:off x="5097005" y="2097137"/>
        <a:ext cx="2295067" cy="973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BF7C0-B48A-40A7-8DDD-0DB529C47506}">
      <dsp:nvSpPr>
        <dsp:cNvPr id="0" name=""/>
        <dsp:cNvSpPr/>
      </dsp:nvSpPr>
      <dsp:spPr>
        <a:xfrm>
          <a:off x="0" y="437"/>
          <a:ext cx="7429499" cy="10239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2C47BF-56F5-40B8-B55B-87F0E9D8063D}">
      <dsp:nvSpPr>
        <dsp:cNvPr id="0" name=""/>
        <dsp:cNvSpPr/>
      </dsp:nvSpPr>
      <dsp:spPr>
        <a:xfrm>
          <a:off x="309757" y="230835"/>
          <a:ext cx="563196" cy="563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8B0C8-D185-4AFC-8C71-87C5BB86394A}">
      <dsp:nvSpPr>
        <dsp:cNvPr id="0" name=""/>
        <dsp:cNvSpPr/>
      </dsp:nvSpPr>
      <dsp:spPr>
        <a:xfrm>
          <a:off x="1182711" y="437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Shift from 'buy insurance' to 'chat insurance'</a:t>
          </a:r>
        </a:p>
      </dsp:txBody>
      <dsp:txXfrm>
        <a:off x="1182711" y="437"/>
        <a:ext cx="6246787" cy="1023992"/>
      </dsp:txXfrm>
    </dsp:sp>
    <dsp:sp modelId="{3705C0C8-FB94-4FAD-AF1D-397695CCB9EF}">
      <dsp:nvSpPr>
        <dsp:cNvPr id="0" name=""/>
        <dsp:cNvSpPr/>
      </dsp:nvSpPr>
      <dsp:spPr>
        <a:xfrm>
          <a:off x="0" y="1280428"/>
          <a:ext cx="7429499" cy="10239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8CE2A-E5DF-4199-B31D-7BA4733DE466}">
      <dsp:nvSpPr>
        <dsp:cNvPr id="0" name=""/>
        <dsp:cNvSpPr/>
      </dsp:nvSpPr>
      <dsp:spPr>
        <a:xfrm>
          <a:off x="309757" y="1510826"/>
          <a:ext cx="563196" cy="563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0BB42-A68A-4504-8EAF-640AEA8213CA}">
      <dsp:nvSpPr>
        <dsp:cNvPr id="0" name=""/>
        <dsp:cNvSpPr/>
      </dsp:nvSpPr>
      <dsp:spPr>
        <a:xfrm>
          <a:off x="1182711" y="1280428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Global travel insurance market $20B+, growing 15% YoY</a:t>
          </a:r>
        </a:p>
      </dsp:txBody>
      <dsp:txXfrm>
        <a:off x="1182711" y="1280428"/>
        <a:ext cx="6246787" cy="1023992"/>
      </dsp:txXfrm>
    </dsp:sp>
    <dsp:sp modelId="{92F1FA40-EEE5-40B4-8C9B-4D174B6C556C}">
      <dsp:nvSpPr>
        <dsp:cNvPr id="0" name=""/>
        <dsp:cNvSpPr/>
      </dsp:nvSpPr>
      <dsp:spPr>
        <a:xfrm>
          <a:off x="0" y="2560419"/>
          <a:ext cx="7429499" cy="10239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EE4FD-369C-4470-AF80-E9D3FA8854D6}">
      <dsp:nvSpPr>
        <dsp:cNvPr id="0" name=""/>
        <dsp:cNvSpPr/>
      </dsp:nvSpPr>
      <dsp:spPr>
        <a:xfrm>
          <a:off x="309757" y="2790817"/>
          <a:ext cx="563196" cy="5631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BB623-E1E5-4A51-B162-6E5EE0EF2D2D}">
      <dsp:nvSpPr>
        <dsp:cNvPr id="0" name=""/>
        <dsp:cNvSpPr/>
      </dsp:nvSpPr>
      <dsp:spPr>
        <a:xfrm>
          <a:off x="1182711" y="2560419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Travelers demand conversational, transparent solutions</a:t>
          </a:r>
        </a:p>
      </dsp:txBody>
      <dsp:txXfrm>
        <a:off x="1182711" y="2560419"/>
        <a:ext cx="6246787" cy="1023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2AAD4-DCFB-41DC-9C01-ABD3FF56A024}">
      <dsp:nvSpPr>
        <dsp:cNvPr id="0" name=""/>
        <dsp:cNvSpPr/>
      </dsp:nvSpPr>
      <dsp:spPr>
        <a:xfrm>
          <a:off x="0" y="0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Upload your trip or policy</a:t>
          </a:r>
        </a:p>
      </dsp:txBody>
      <dsp:txXfrm>
        <a:off x="23099" y="23099"/>
        <a:ext cx="5025924" cy="742469"/>
      </dsp:txXfrm>
    </dsp:sp>
    <dsp:sp modelId="{E9C6AA7A-65EC-4DD4-B7CA-B72F2313CF54}">
      <dsp:nvSpPr>
        <dsp:cNvPr id="0" name=""/>
        <dsp:cNvSpPr/>
      </dsp:nvSpPr>
      <dsp:spPr>
        <a:xfrm>
          <a:off x="497776" y="932061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Ask questions, get instant citations</a:t>
          </a:r>
        </a:p>
      </dsp:txBody>
      <dsp:txXfrm>
        <a:off x="520875" y="955160"/>
        <a:ext cx="4886991" cy="742469"/>
      </dsp:txXfrm>
    </dsp:sp>
    <dsp:sp modelId="{57C49295-76A8-4088-83E7-B199E9A555E0}">
      <dsp:nvSpPr>
        <dsp:cNvPr id="0" name=""/>
        <dsp:cNvSpPr/>
      </dsp:nvSpPr>
      <dsp:spPr>
        <a:xfrm>
          <a:off x="988123" y="1864122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Chat-based quote and checkout</a:t>
          </a:r>
        </a:p>
      </dsp:txBody>
      <dsp:txXfrm>
        <a:off x="1011222" y="1887221"/>
        <a:ext cx="4894420" cy="742468"/>
      </dsp:txXfrm>
    </dsp:sp>
    <dsp:sp modelId="{52854517-F60C-463F-9DDF-1F436A968F7C}">
      <dsp:nvSpPr>
        <dsp:cNvPr id="0" name=""/>
        <dsp:cNvSpPr/>
      </dsp:nvSpPr>
      <dsp:spPr>
        <a:xfrm>
          <a:off x="1485899" y="2796183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Personalized plan recommendations</a:t>
          </a:r>
        </a:p>
      </dsp:txBody>
      <dsp:txXfrm>
        <a:off x="1508998" y="2819282"/>
        <a:ext cx="4886991" cy="742468"/>
      </dsp:txXfrm>
    </dsp:sp>
    <dsp:sp modelId="{18405625-702D-4174-9A80-B8188C0D75CE}">
      <dsp:nvSpPr>
        <dsp:cNvPr id="0" name=""/>
        <dsp:cNvSpPr/>
      </dsp:nvSpPr>
      <dsp:spPr>
        <a:xfrm>
          <a:off x="5430965" y="604047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546307" y="604047"/>
        <a:ext cx="281949" cy="385756"/>
      </dsp:txXfrm>
    </dsp:sp>
    <dsp:sp modelId="{348C89F3-2C66-4E89-89F5-D1A1C26C96A4}">
      <dsp:nvSpPr>
        <dsp:cNvPr id="0" name=""/>
        <dsp:cNvSpPr/>
      </dsp:nvSpPr>
      <dsp:spPr>
        <a:xfrm>
          <a:off x="5928742" y="1536108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044084" y="1536108"/>
        <a:ext cx="281949" cy="385756"/>
      </dsp:txXfrm>
    </dsp:sp>
    <dsp:sp modelId="{3F82BE95-C0B5-4274-A205-0A553F1F09BA}">
      <dsp:nvSpPr>
        <dsp:cNvPr id="0" name=""/>
        <dsp:cNvSpPr/>
      </dsp:nvSpPr>
      <dsp:spPr>
        <a:xfrm>
          <a:off x="6419089" y="2468169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534431" y="2468169"/>
        <a:ext cx="281949" cy="385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C6DFA-7D20-4A04-BE21-B26D3D68E1C9}">
      <dsp:nvSpPr>
        <dsp:cNvPr id="0" name=""/>
        <dsp:cNvSpPr/>
      </dsp:nvSpPr>
      <dsp:spPr>
        <a:xfrm>
          <a:off x="256508" y="789837"/>
          <a:ext cx="794548" cy="7945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048C4-EE80-487C-970D-5BE216174F1E}">
      <dsp:nvSpPr>
        <dsp:cNvPr id="0" name=""/>
        <dsp:cNvSpPr/>
      </dsp:nvSpPr>
      <dsp:spPr>
        <a:xfrm>
          <a:off x="425838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59B69-A87A-4A03-A0D9-705C07FCCB62}">
      <dsp:nvSpPr>
        <dsp:cNvPr id="0" name=""/>
        <dsp:cNvSpPr/>
      </dsp:nvSpPr>
      <dsp:spPr>
        <a:xfrm>
          <a:off x="2513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Policy Intelligence </a:t>
          </a:r>
        </a:p>
      </dsp:txBody>
      <dsp:txXfrm>
        <a:off x="2513" y="1831868"/>
        <a:ext cx="1302539" cy="521015"/>
      </dsp:txXfrm>
    </dsp:sp>
    <dsp:sp modelId="{938AB6FE-ACF9-4EA6-97D9-454F6E85B047}">
      <dsp:nvSpPr>
        <dsp:cNvPr id="0" name=""/>
        <dsp:cNvSpPr/>
      </dsp:nvSpPr>
      <dsp:spPr>
        <a:xfrm>
          <a:off x="1786992" y="789837"/>
          <a:ext cx="794548" cy="7945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BAB31-FDAD-4B49-9BCD-B71FFB616884}">
      <dsp:nvSpPr>
        <dsp:cNvPr id="0" name=""/>
        <dsp:cNvSpPr/>
      </dsp:nvSpPr>
      <dsp:spPr>
        <a:xfrm>
          <a:off x="1956322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91224-10CF-4A99-8940-C4FDBB917455}">
      <dsp:nvSpPr>
        <dsp:cNvPr id="0" name=""/>
        <dsp:cNvSpPr/>
      </dsp:nvSpPr>
      <dsp:spPr>
        <a:xfrm>
          <a:off x="1532997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Conversational Magic </a:t>
          </a:r>
        </a:p>
      </dsp:txBody>
      <dsp:txXfrm>
        <a:off x="1532997" y="1831868"/>
        <a:ext cx="1302539" cy="521015"/>
      </dsp:txXfrm>
    </dsp:sp>
    <dsp:sp modelId="{FABE2936-DE71-4441-A813-BFEAF995B330}">
      <dsp:nvSpPr>
        <dsp:cNvPr id="0" name=""/>
        <dsp:cNvSpPr/>
      </dsp:nvSpPr>
      <dsp:spPr>
        <a:xfrm>
          <a:off x="3317475" y="789837"/>
          <a:ext cx="794548" cy="79454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222DE-5222-41CA-8C85-233A804A3D09}">
      <dsp:nvSpPr>
        <dsp:cNvPr id="0" name=""/>
        <dsp:cNvSpPr/>
      </dsp:nvSpPr>
      <dsp:spPr>
        <a:xfrm>
          <a:off x="3486805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FA42A-762F-4D58-A971-F6A27885E9E2}">
      <dsp:nvSpPr>
        <dsp:cNvPr id="0" name=""/>
        <dsp:cNvSpPr/>
      </dsp:nvSpPr>
      <dsp:spPr>
        <a:xfrm>
          <a:off x="3063480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Document Intelligence </a:t>
          </a:r>
        </a:p>
      </dsp:txBody>
      <dsp:txXfrm>
        <a:off x="3063480" y="1831868"/>
        <a:ext cx="1302539" cy="521015"/>
      </dsp:txXfrm>
    </dsp:sp>
    <dsp:sp modelId="{537352CF-80E7-4EE5-8EEA-63588ADD8432}">
      <dsp:nvSpPr>
        <dsp:cNvPr id="0" name=""/>
        <dsp:cNvSpPr/>
      </dsp:nvSpPr>
      <dsp:spPr>
        <a:xfrm>
          <a:off x="4847958" y="789837"/>
          <a:ext cx="794548" cy="7945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E0FCE-EF49-4372-A80B-71D436AB9412}">
      <dsp:nvSpPr>
        <dsp:cNvPr id="0" name=""/>
        <dsp:cNvSpPr/>
      </dsp:nvSpPr>
      <dsp:spPr>
        <a:xfrm>
          <a:off x="5017289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0633B-7BF1-4F46-9A3F-9F169BCEDCEA}">
      <dsp:nvSpPr>
        <dsp:cNvPr id="0" name=""/>
        <dsp:cNvSpPr/>
      </dsp:nvSpPr>
      <dsp:spPr>
        <a:xfrm>
          <a:off x="4593963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Seamless Commerce </a:t>
          </a:r>
        </a:p>
      </dsp:txBody>
      <dsp:txXfrm>
        <a:off x="4593963" y="1831868"/>
        <a:ext cx="1302539" cy="521015"/>
      </dsp:txXfrm>
    </dsp:sp>
    <dsp:sp modelId="{77169470-6823-44D9-8765-498AF68BFE38}">
      <dsp:nvSpPr>
        <dsp:cNvPr id="0" name=""/>
        <dsp:cNvSpPr/>
      </dsp:nvSpPr>
      <dsp:spPr>
        <a:xfrm>
          <a:off x="6378442" y="789837"/>
          <a:ext cx="794548" cy="79454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67D60-79A2-46ED-BF28-2E6902EDEEFA}">
      <dsp:nvSpPr>
        <dsp:cNvPr id="0" name=""/>
        <dsp:cNvSpPr/>
      </dsp:nvSpPr>
      <dsp:spPr>
        <a:xfrm>
          <a:off x="6547772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80938-008F-4C78-A121-BD4E3F60FE05}">
      <dsp:nvSpPr>
        <dsp:cNvPr id="0" name=""/>
        <dsp:cNvSpPr/>
      </dsp:nvSpPr>
      <dsp:spPr>
        <a:xfrm>
          <a:off x="6124447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Predictive Intelligence</a:t>
          </a:r>
        </a:p>
      </dsp:txBody>
      <dsp:txXfrm>
        <a:off x="6124447" y="1831868"/>
        <a:ext cx="1302539" cy="5210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E5614-B74E-415A-B548-616F90232588}">
      <dsp:nvSpPr>
        <dsp:cNvPr id="0" name=""/>
        <dsp:cNvSpPr/>
      </dsp:nvSpPr>
      <dsp:spPr>
        <a:xfrm>
          <a:off x="0" y="1487"/>
          <a:ext cx="74294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246AD-C391-4D97-98CC-26C441E252D6}">
      <dsp:nvSpPr>
        <dsp:cNvPr id="0" name=""/>
        <dsp:cNvSpPr/>
      </dsp:nvSpPr>
      <dsp:spPr>
        <a:xfrm>
          <a:off x="228108" y="171155"/>
          <a:ext cx="414743" cy="414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77C13-274A-472D-9D66-0F779C19423D}">
      <dsp:nvSpPr>
        <dsp:cNvPr id="0" name=""/>
        <dsp:cNvSpPr/>
      </dsp:nvSpPr>
      <dsp:spPr>
        <a:xfrm>
          <a:off x="870961" y="1487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Conversational interface with citations</a:t>
          </a:r>
        </a:p>
      </dsp:txBody>
      <dsp:txXfrm>
        <a:off x="870961" y="1487"/>
        <a:ext cx="6558537" cy="754078"/>
      </dsp:txXfrm>
    </dsp:sp>
    <dsp:sp modelId="{1B5918F8-57ED-460D-9566-F2032558D86E}">
      <dsp:nvSpPr>
        <dsp:cNvPr id="0" name=""/>
        <dsp:cNvSpPr/>
      </dsp:nvSpPr>
      <dsp:spPr>
        <a:xfrm>
          <a:off x="0" y="944086"/>
          <a:ext cx="74294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F5E88-6506-43D7-B2EA-1847C8F17C21}">
      <dsp:nvSpPr>
        <dsp:cNvPr id="0" name=""/>
        <dsp:cNvSpPr/>
      </dsp:nvSpPr>
      <dsp:spPr>
        <a:xfrm>
          <a:off x="228108" y="1113754"/>
          <a:ext cx="414743" cy="414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8CBCC-EBE9-451C-808D-7EF0AB80D0C8}">
      <dsp:nvSpPr>
        <dsp:cNvPr id="0" name=""/>
        <dsp:cNvSpPr/>
      </dsp:nvSpPr>
      <dsp:spPr>
        <a:xfrm>
          <a:off x="870961" y="944086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Auto-fill trip data from uploaded itineraries</a:t>
          </a:r>
        </a:p>
      </dsp:txBody>
      <dsp:txXfrm>
        <a:off x="870961" y="944086"/>
        <a:ext cx="6558537" cy="754078"/>
      </dsp:txXfrm>
    </dsp:sp>
    <dsp:sp modelId="{5515014E-2014-4A48-9485-E97CB14E81EB}">
      <dsp:nvSpPr>
        <dsp:cNvPr id="0" name=""/>
        <dsp:cNvSpPr/>
      </dsp:nvSpPr>
      <dsp:spPr>
        <a:xfrm>
          <a:off x="0" y="1886684"/>
          <a:ext cx="74294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4C861-81F3-4D99-BB6A-D7B9E47F754F}">
      <dsp:nvSpPr>
        <dsp:cNvPr id="0" name=""/>
        <dsp:cNvSpPr/>
      </dsp:nvSpPr>
      <dsp:spPr>
        <a:xfrm>
          <a:off x="228108" y="2056352"/>
          <a:ext cx="414743" cy="414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101C8-4426-4328-8326-98DB5FCAA2FD}">
      <dsp:nvSpPr>
        <dsp:cNvPr id="0" name=""/>
        <dsp:cNvSpPr/>
      </dsp:nvSpPr>
      <dsp:spPr>
        <a:xfrm>
          <a:off x="870961" y="1886684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Smart add-on recommendations</a:t>
          </a:r>
        </a:p>
      </dsp:txBody>
      <dsp:txXfrm>
        <a:off x="870961" y="1886684"/>
        <a:ext cx="6558537" cy="754078"/>
      </dsp:txXfrm>
    </dsp:sp>
    <dsp:sp modelId="{E779DCAD-666D-46F5-8E18-8B364C788A31}">
      <dsp:nvSpPr>
        <dsp:cNvPr id="0" name=""/>
        <dsp:cNvSpPr/>
      </dsp:nvSpPr>
      <dsp:spPr>
        <a:xfrm>
          <a:off x="0" y="2829283"/>
          <a:ext cx="74294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D4527-7C15-4E1B-8D3E-28AE66F26583}">
      <dsp:nvSpPr>
        <dsp:cNvPr id="0" name=""/>
        <dsp:cNvSpPr/>
      </dsp:nvSpPr>
      <dsp:spPr>
        <a:xfrm>
          <a:off x="228108" y="2998951"/>
          <a:ext cx="414743" cy="414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CC2AD-66B5-4C9E-9C2F-84C7D2EA41F6}">
      <dsp:nvSpPr>
        <dsp:cNvPr id="0" name=""/>
        <dsp:cNvSpPr/>
      </dsp:nvSpPr>
      <dsp:spPr>
        <a:xfrm>
          <a:off x="870961" y="2829283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Instant quote and checkout</a:t>
          </a:r>
        </a:p>
      </dsp:txBody>
      <dsp:txXfrm>
        <a:off x="870961" y="2829283"/>
        <a:ext cx="6558537" cy="7540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9F2DA-121A-4B8D-B540-184BB7050397}">
      <dsp:nvSpPr>
        <dsp:cNvPr id="0" name=""/>
        <dsp:cNvSpPr/>
      </dsp:nvSpPr>
      <dsp:spPr>
        <a:xfrm>
          <a:off x="0" y="1487"/>
          <a:ext cx="7429499" cy="7540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3EAF4-0606-48A2-B796-B50545F88AA6}">
      <dsp:nvSpPr>
        <dsp:cNvPr id="0" name=""/>
        <dsp:cNvSpPr/>
      </dsp:nvSpPr>
      <dsp:spPr>
        <a:xfrm>
          <a:off x="228108" y="171155"/>
          <a:ext cx="414743" cy="414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2EC5E-6D6A-474B-B0E4-D75B83A2CC35}">
      <dsp:nvSpPr>
        <dsp:cNvPr id="0" name=""/>
        <dsp:cNvSpPr/>
      </dsp:nvSpPr>
      <dsp:spPr>
        <a:xfrm>
          <a:off x="870961" y="1487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Boost conversion from 30% → 60%</a:t>
          </a:r>
        </a:p>
      </dsp:txBody>
      <dsp:txXfrm>
        <a:off x="870961" y="1487"/>
        <a:ext cx="6558537" cy="754078"/>
      </dsp:txXfrm>
    </dsp:sp>
    <dsp:sp modelId="{48478F96-38E2-402B-AC54-D40B4486CFE2}">
      <dsp:nvSpPr>
        <dsp:cNvPr id="0" name=""/>
        <dsp:cNvSpPr/>
      </dsp:nvSpPr>
      <dsp:spPr>
        <a:xfrm>
          <a:off x="0" y="944086"/>
          <a:ext cx="7429499" cy="7540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ACBA1-D762-40CE-8CCC-D8F4E36FC9A2}">
      <dsp:nvSpPr>
        <dsp:cNvPr id="0" name=""/>
        <dsp:cNvSpPr/>
      </dsp:nvSpPr>
      <dsp:spPr>
        <a:xfrm>
          <a:off x="228108" y="1113754"/>
          <a:ext cx="414743" cy="414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3DB00-49FF-4F31-B99B-2BEB4CDDF93F}">
      <dsp:nvSpPr>
        <dsp:cNvPr id="0" name=""/>
        <dsp:cNvSpPr/>
      </dsp:nvSpPr>
      <dsp:spPr>
        <a:xfrm>
          <a:off x="870961" y="944086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 cross-sell channels via chat</a:t>
          </a:r>
        </a:p>
      </dsp:txBody>
      <dsp:txXfrm>
        <a:off x="870961" y="944086"/>
        <a:ext cx="6558537" cy="754078"/>
      </dsp:txXfrm>
    </dsp:sp>
    <dsp:sp modelId="{BFFF9BDF-BEBE-4F3D-8FCA-FD3B7AE1C829}">
      <dsp:nvSpPr>
        <dsp:cNvPr id="0" name=""/>
        <dsp:cNvSpPr/>
      </dsp:nvSpPr>
      <dsp:spPr>
        <a:xfrm>
          <a:off x="0" y="1886684"/>
          <a:ext cx="7429499" cy="7540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D7BA9-8518-4F9C-9050-22A64042C22B}">
      <dsp:nvSpPr>
        <dsp:cNvPr id="0" name=""/>
        <dsp:cNvSpPr/>
      </dsp:nvSpPr>
      <dsp:spPr>
        <a:xfrm>
          <a:off x="228108" y="2056352"/>
          <a:ext cx="414743" cy="414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B7C84-D4D3-4E0D-9878-75A0944D4739}">
      <dsp:nvSpPr>
        <dsp:cNvPr id="0" name=""/>
        <dsp:cNvSpPr/>
      </dsp:nvSpPr>
      <dsp:spPr>
        <a:xfrm>
          <a:off x="870961" y="1886684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insights for underwriting</a:t>
          </a:r>
        </a:p>
      </dsp:txBody>
      <dsp:txXfrm>
        <a:off x="870961" y="1886684"/>
        <a:ext cx="6558537" cy="754078"/>
      </dsp:txXfrm>
    </dsp:sp>
    <dsp:sp modelId="{61965799-990A-42E9-B362-BF3FD514E8A7}">
      <dsp:nvSpPr>
        <dsp:cNvPr id="0" name=""/>
        <dsp:cNvSpPr/>
      </dsp:nvSpPr>
      <dsp:spPr>
        <a:xfrm>
          <a:off x="0" y="2829283"/>
          <a:ext cx="7429499" cy="7540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6B7F8-339B-457D-946D-2CF05F6D4310}">
      <dsp:nvSpPr>
        <dsp:cNvPr id="0" name=""/>
        <dsp:cNvSpPr/>
      </dsp:nvSpPr>
      <dsp:spPr>
        <a:xfrm>
          <a:off x="228108" y="2998951"/>
          <a:ext cx="414743" cy="414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98931-EF5D-45B8-8FB6-17CF7041269E}">
      <dsp:nvSpPr>
        <dsp:cNvPr id="0" name=""/>
        <dsp:cNvSpPr/>
      </dsp:nvSpPr>
      <dsp:spPr>
        <a:xfrm>
          <a:off x="870961" y="2829283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Scalable B2B white-label API for partners</a:t>
          </a:r>
        </a:p>
      </dsp:txBody>
      <dsp:txXfrm>
        <a:off x="870961" y="2829283"/>
        <a:ext cx="6558537" cy="7540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995C0-36E3-40F1-A527-26487CFDB528}">
      <dsp:nvSpPr>
        <dsp:cNvPr id="0" name=""/>
        <dsp:cNvSpPr/>
      </dsp:nvSpPr>
      <dsp:spPr>
        <a:xfrm>
          <a:off x="0" y="582538"/>
          <a:ext cx="7429499" cy="10754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0E31D-45BC-41BF-B214-54E28A0D5DE0}">
      <dsp:nvSpPr>
        <dsp:cNvPr id="0" name=""/>
        <dsp:cNvSpPr/>
      </dsp:nvSpPr>
      <dsp:spPr>
        <a:xfrm>
          <a:off x="325325" y="824515"/>
          <a:ext cx="591500" cy="591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A861E-D8CC-4FCE-BBAD-6A18B821EA8D}">
      <dsp:nvSpPr>
        <dsp:cNvPr id="0" name=""/>
        <dsp:cNvSpPr/>
      </dsp:nvSpPr>
      <dsp:spPr>
        <a:xfrm>
          <a:off x="1242150" y="582538"/>
          <a:ext cx="6187348" cy="1075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19" tIns="113819" rIns="113819" bIns="113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We’re redefining how people experience insurance — turning complex policies into simple conversations.</a:t>
          </a:r>
        </a:p>
      </dsp:txBody>
      <dsp:txXfrm>
        <a:off x="1242150" y="582538"/>
        <a:ext cx="6187348" cy="1075455"/>
      </dsp:txXfrm>
    </dsp:sp>
    <dsp:sp modelId="{0B2EE7DB-0CB3-4ABF-B1A4-6FE2B231291E}">
      <dsp:nvSpPr>
        <dsp:cNvPr id="0" name=""/>
        <dsp:cNvSpPr/>
      </dsp:nvSpPr>
      <dsp:spPr>
        <a:xfrm>
          <a:off x="0" y="1926856"/>
          <a:ext cx="7429499" cy="10754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AC59E-FFF8-4CDB-B40C-6EED59AD2A44}">
      <dsp:nvSpPr>
        <dsp:cNvPr id="0" name=""/>
        <dsp:cNvSpPr/>
      </dsp:nvSpPr>
      <dsp:spPr>
        <a:xfrm>
          <a:off x="325325" y="2168834"/>
          <a:ext cx="591500" cy="591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525C1-2A95-4F78-9771-331AAFDC746D}">
      <dsp:nvSpPr>
        <dsp:cNvPr id="0" name=""/>
        <dsp:cNvSpPr/>
      </dsp:nvSpPr>
      <dsp:spPr>
        <a:xfrm>
          <a:off x="1242150" y="1926856"/>
          <a:ext cx="6187348" cy="1075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19" tIns="113819" rIns="113819" bIns="113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Let’s pilot this with Ancileo × MSIG today.</a:t>
          </a:r>
        </a:p>
      </dsp:txBody>
      <dsp:txXfrm>
        <a:off x="1242150" y="1926856"/>
        <a:ext cx="6187348" cy="10754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76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igitalocean.com/products/app-platform/how-to/create-apps/?utm_source=chatgpt.co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digitalocean.com/products/app-platform/how-to/use-environment-variables/?utm_source=chatgpt.com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the project: </a:t>
            </a:r>
            <a:r>
              <a:rPr dirty="0" err="1"/>
              <a:t>Ancileo</a:t>
            </a:r>
            <a:r>
              <a:rPr dirty="0"/>
              <a:t> Concierge, a conversational AI solution enabling travelers to buy, understand, and personalize insurance seamlessly.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Good day, judges.</a:t>
            </a:r>
            <a:br>
              <a:rPr lang="en-US" dirty="0"/>
            </a:br>
            <a:r>
              <a:rPr lang="en-US" dirty="0"/>
              <a:t>Picture this: you’re flying from Singapore to Paris, your luggage gets lost, your flight is delayed, and you can’t find your policy number. Stressful, right?</a:t>
            </a:r>
            <a:br>
              <a:rPr lang="en-US" dirty="0"/>
            </a:br>
            <a:r>
              <a:rPr lang="en-US" dirty="0"/>
              <a:t>Now imagine an AI concierge that handles everything — checks you in, files claims, reroutes your luggage, and even reimburses you — before you ask.</a:t>
            </a:r>
            <a:br>
              <a:rPr lang="en-US" dirty="0"/>
            </a:br>
            <a:r>
              <a:rPr lang="en-US" dirty="0"/>
              <a:t>That’s </a:t>
            </a:r>
            <a:r>
              <a:rPr lang="en-US" b="1" dirty="0" err="1"/>
              <a:t>Ancileo</a:t>
            </a:r>
            <a:r>
              <a:rPr lang="en-US" b="1" dirty="0"/>
              <a:t> × MSIG Concierge</a:t>
            </a:r>
            <a:r>
              <a:rPr lang="en-US" dirty="0"/>
              <a:t>, an </a:t>
            </a:r>
            <a:r>
              <a:rPr lang="en-US" b="1" dirty="0"/>
              <a:t>AI-powered conversational insurance platform</a:t>
            </a:r>
            <a:r>
              <a:rPr lang="en-US" dirty="0"/>
              <a:t>, built on </a:t>
            </a:r>
            <a:r>
              <a:rPr lang="en-US" b="1" dirty="0"/>
              <a:t>AMD GPU acceleration and </a:t>
            </a:r>
            <a:r>
              <a:rPr lang="en-US" b="1" dirty="0" err="1"/>
              <a:t>DigitalOcean</a:t>
            </a:r>
            <a:r>
              <a:rPr lang="en-US" b="1" dirty="0"/>
              <a:t> infrastructure</a:t>
            </a:r>
            <a:r>
              <a:rPr lang="en-US" dirty="0"/>
              <a:t>, redefining how travelers experience protection.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the pain points — customers find buying travel insurance complex and time-consuming.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Describe why now: digital natives prefer conversational interfaces, and </a:t>
            </a:r>
            <a:r>
              <a:rPr dirty="0" err="1"/>
              <a:t>Ancileo</a:t>
            </a:r>
            <a:r>
              <a:rPr dirty="0"/>
              <a:t> + MSIG can lead this shift.</a:t>
            </a:r>
            <a:endParaRPr lang="en-US" dirty="0"/>
          </a:p>
          <a:p>
            <a:r>
              <a:rPr lang="en-US" dirty="0"/>
              <a:t>Our product fuses </a:t>
            </a:r>
            <a:r>
              <a:rPr lang="en-US" b="1" dirty="0"/>
              <a:t>LLM intelligence</a:t>
            </a:r>
            <a:r>
              <a:rPr lang="en-US" dirty="0"/>
              <a:t>, </a:t>
            </a:r>
            <a:r>
              <a:rPr lang="en-US" b="1" dirty="0"/>
              <a:t>document comprehension</a:t>
            </a:r>
            <a:r>
              <a:rPr lang="en-US" dirty="0"/>
              <a:t>, and </a:t>
            </a:r>
            <a:r>
              <a:rPr lang="en-US" b="1" dirty="0"/>
              <a:t>predictive risk modeling</a:t>
            </a:r>
            <a:r>
              <a:rPr lang="en-US" dirty="0"/>
              <a:t> so travelers can simply </a:t>
            </a:r>
            <a:r>
              <a:rPr lang="en-US" i="1" dirty="0"/>
              <a:t>chat</a:t>
            </a:r>
            <a:r>
              <a:rPr lang="en-US" dirty="0"/>
              <a:t> to get covered, manage claims, and receive proactive updates.</a:t>
            </a:r>
            <a:br>
              <a:rPr lang="en-US" dirty="0"/>
            </a:br>
            <a:r>
              <a:rPr lang="en-US" dirty="0"/>
              <a:t>What makes it groundbreaking is how it </a:t>
            </a:r>
            <a:r>
              <a:rPr lang="en-US" b="1" dirty="0"/>
              <a:t>extends into the future of travel ecosystems</a:t>
            </a:r>
            <a:r>
              <a:rPr lang="en-US" dirty="0"/>
              <a:t> — integrating robotics, IoT, and autonomous mobility.</a:t>
            </a:r>
          </a:p>
          <a:p>
            <a:r>
              <a:rPr lang="en-US" dirty="0"/>
              <a:t>We’ve mapped </a:t>
            </a:r>
            <a:r>
              <a:rPr lang="en-US" b="1" dirty="0"/>
              <a:t>100 futuristic enhancements, </a:t>
            </a:r>
            <a:r>
              <a:rPr lang="en-US" dirty="0"/>
              <a:t>from </a:t>
            </a:r>
            <a:r>
              <a:rPr lang="en-US" b="1" dirty="0"/>
              <a:t>auto check-in, drone-based luggage handling, and smart luggage insurance</a:t>
            </a:r>
            <a:r>
              <a:rPr lang="en-US" dirty="0"/>
              <a:t>, to </a:t>
            </a:r>
            <a:r>
              <a:rPr lang="en-US" b="1" dirty="0"/>
              <a:t>bio-wearable health triggers, eco-travel scoring, and even space tourism insurance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Imagine insurance that travels with you — on land, in air, and beyond Earth.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through how the system works end-to-end. Emphasize trust, convenience, and speed.</a:t>
            </a:r>
            <a:endParaRPr lang="en-US" dirty="0"/>
          </a:p>
          <a:p>
            <a:r>
              <a:rPr lang="en-US" b="1" dirty="0"/>
              <a:t>1) Product idea — “</a:t>
            </a:r>
            <a:r>
              <a:rPr lang="en-US" b="1" dirty="0" err="1"/>
              <a:t>Ancileo</a:t>
            </a:r>
            <a:r>
              <a:rPr lang="en-US" b="1" dirty="0"/>
              <a:t> Concierge”</a:t>
            </a:r>
          </a:p>
          <a:p>
            <a:r>
              <a:rPr lang="en-US" dirty="0"/>
              <a:t>A polished Conversational Travel Insurance assistant that:</a:t>
            </a:r>
          </a:p>
          <a:p>
            <a:r>
              <a:rPr lang="en-US" dirty="0"/>
              <a:t>Lets a user upload a travel policy PDF (from the repo’s </a:t>
            </a:r>
            <a:r>
              <a:rPr lang="en-US" dirty="0" err="1"/>
              <a:t>Policy_Wordings</a:t>
            </a:r>
            <a:r>
              <a:rPr lang="en-US" dirty="0"/>
              <a:t>) and a trip plan (dates, destinations).</a:t>
            </a:r>
          </a:p>
          <a:p>
            <a:r>
              <a:rPr lang="en-US" dirty="0"/>
              <a:t>Instantly extracts and normalizes policy coverage into the supplied Taxonomy (block 1).</a:t>
            </a:r>
          </a:p>
          <a:p>
            <a:r>
              <a:rPr lang="en-US" dirty="0"/>
              <a:t>Answers natural-language questions about coverage with </a:t>
            </a:r>
            <a:r>
              <a:rPr lang="en-US" b="1" dirty="0"/>
              <a:t>exact policy citations</a:t>
            </a:r>
            <a:r>
              <a:rPr lang="en-US" dirty="0"/>
              <a:t> (page + clause).</a:t>
            </a:r>
          </a:p>
          <a:p>
            <a:r>
              <a:rPr lang="en-US" dirty="0"/>
              <a:t>Produces an instant, personalized quote (using the repo’s destination data) and a checkout flow (Stripe) — all inside the chat.</a:t>
            </a:r>
          </a:p>
          <a:p>
            <a:r>
              <a:rPr lang="en-US" dirty="0"/>
              <a:t>Offers a “Risk Score &amp; Predictive Advice” panel using the </a:t>
            </a:r>
            <a:r>
              <a:rPr lang="en-US" dirty="0" err="1"/>
              <a:t>Claims_Data_DB</a:t>
            </a:r>
            <a:r>
              <a:rPr lang="en-US" dirty="0"/>
              <a:t> to show likely claim risk and suggested add-ons (bonus block).</a:t>
            </a:r>
          </a:p>
          <a:p>
            <a:r>
              <a:rPr lang="en-US" dirty="0"/>
              <a:t>Highlight: it converts long policies into an enjoyable, purchase-ready conversation with verifiable citations and frictionless payment — exactly what the hackathon asks for. It’s demonstrable, testable, and easy to score against the feature blocks.</a:t>
            </a:r>
          </a:p>
          <a:p>
            <a:r>
              <a:rPr lang="en-US" b="1" dirty="0"/>
              <a:t>2) Architecture</a:t>
            </a:r>
          </a:p>
          <a:p>
            <a:r>
              <a:rPr lang="en-US" dirty="0"/>
              <a:t>High-level components:</a:t>
            </a:r>
          </a:p>
          <a:p>
            <a:r>
              <a:rPr lang="en-US" dirty="0"/>
              <a:t>Frontend: React + Tailwind single-page app (chat UI, upload, quote &amp; checkout pages).</a:t>
            </a:r>
          </a:p>
          <a:p>
            <a:r>
              <a:rPr lang="en-US" dirty="0"/>
              <a:t>API Gateway / Backend: Node.js (TypeScript) Express server for routes, auth, and orchestrating microservices.</a:t>
            </a:r>
          </a:p>
          <a:p>
            <a:r>
              <a:rPr lang="en-US" dirty="0"/>
              <a:t>NLP / LLM service: Python </a:t>
            </a:r>
            <a:r>
              <a:rPr lang="en-US" dirty="0" err="1"/>
              <a:t>FastAPI</a:t>
            </a:r>
            <a:r>
              <a:rPr lang="en-US" dirty="0"/>
              <a:t> microservice that:</a:t>
            </a:r>
          </a:p>
          <a:p>
            <a:pPr lvl="1"/>
            <a:r>
              <a:rPr lang="en-US" dirty="0"/>
              <a:t>Extracts text from PDFs (</a:t>
            </a:r>
            <a:r>
              <a:rPr lang="en-US" dirty="0" err="1"/>
              <a:t>pdfminer</a:t>
            </a:r>
            <a:r>
              <a:rPr lang="en-US" dirty="0"/>
              <a:t> / </a:t>
            </a:r>
            <a:r>
              <a:rPr lang="en-US" dirty="0" err="1"/>
              <a:t>PyMuPDF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Creates embeddings (FAISS or Elastic + vector store)</a:t>
            </a:r>
          </a:p>
          <a:p>
            <a:pPr lvl="1"/>
            <a:r>
              <a:rPr lang="en-US" dirty="0"/>
              <a:t>Answers with chain-of-thought retrieval + citation (retriever -&gt; assistant)</a:t>
            </a:r>
          </a:p>
          <a:p>
            <a:r>
              <a:rPr lang="en-US" dirty="0"/>
              <a:t>Policy Normalizer: service using the provided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Taxonomy_Hackathon.json</a:t>
            </a:r>
            <a:r>
              <a:rPr lang="en-US" dirty="0"/>
              <a:t> to map policy wordings to canonical fields.</a:t>
            </a:r>
          </a:p>
          <a:p>
            <a:r>
              <a:rPr lang="en-US" dirty="0"/>
              <a:t>Payment service: small microservice (from repo Payments/) with Stripe webhooks.</a:t>
            </a:r>
          </a:p>
          <a:p>
            <a:r>
              <a:rPr lang="en-US" dirty="0"/>
              <a:t>Data store: PostgreSQL for transactional data; vector DB (FAISS or Milvus) for retrieval; S3-compatible object store for PDFs.</a:t>
            </a:r>
          </a:p>
          <a:p>
            <a:r>
              <a:rPr lang="en-US" dirty="0"/>
              <a:t>Hosting: </a:t>
            </a:r>
            <a:r>
              <a:rPr lang="en-US" dirty="0" err="1"/>
              <a:t>DigitalOcean</a:t>
            </a:r>
            <a:r>
              <a:rPr lang="en-US" dirty="0"/>
              <a:t> App Platform for web + backend, and AMD GPU Droplet / Marketplace image for LLM inference (if you run large models locally / on GPU). Use </a:t>
            </a:r>
            <a:r>
              <a:rPr lang="en-US" dirty="0" err="1"/>
              <a:t>DigitalOcean</a:t>
            </a:r>
            <a:r>
              <a:rPr lang="en-US" dirty="0"/>
              <a:t> Managed DB for Postgres and Spaces for object storage.</a:t>
            </a:r>
          </a:p>
          <a:p>
            <a:r>
              <a:rPr lang="en-US" dirty="0"/>
              <a:t>CI/CD: GitHub Actions to build Docker images, run tests, push images and deploy (App Platform or Droplet).</a:t>
            </a:r>
          </a:p>
          <a:p>
            <a:r>
              <a:rPr lang="en-US" dirty="0"/>
              <a:t>Text diagram (simplified):</a:t>
            </a:r>
          </a:p>
          <a:p>
            <a:r>
              <a:rPr lang="en-US" dirty="0"/>
              <a:t>Frontend (React SPA)</a:t>
            </a:r>
            <a:br>
              <a:rPr lang="en-US" dirty="0"/>
            </a:br>
            <a:r>
              <a:rPr lang="en-US" dirty="0"/>
              <a:t>⇅ HTTPS</a:t>
            </a:r>
            <a:br>
              <a:rPr lang="en-US" dirty="0"/>
            </a:br>
            <a:r>
              <a:rPr lang="en-US" dirty="0"/>
              <a:t>Backend API (Node/TS) — auth, payments, orchestration</a:t>
            </a:r>
            <a:br>
              <a:rPr lang="en-US" dirty="0"/>
            </a:br>
            <a:r>
              <a:rPr lang="en-US" dirty="0"/>
              <a:t>⇅ HTTPS / </a:t>
            </a:r>
            <a:r>
              <a:rPr lang="en-US" dirty="0" err="1"/>
              <a:t>gRPC</a:t>
            </a:r>
            <a:br>
              <a:rPr lang="en-US" dirty="0"/>
            </a:br>
            <a:r>
              <a:rPr lang="en-US" dirty="0"/>
              <a:t>LLM Service (</a:t>
            </a:r>
            <a:r>
              <a:rPr lang="en-US" dirty="0" err="1"/>
              <a:t>FastAPI</a:t>
            </a:r>
            <a:r>
              <a:rPr lang="en-US" dirty="0"/>
              <a:t> + local model or hosted LLM) — embeddings + QA</a:t>
            </a:r>
            <a:br>
              <a:rPr lang="en-US" dirty="0"/>
            </a:br>
            <a:r>
              <a:rPr lang="en-US" dirty="0"/>
              <a:t>⇅ Vector DB (FAISS/Milvus) + Postgres + Spaces</a:t>
            </a:r>
          </a:p>
          <a:p>
            <a:r>
              <a:rPr lang="en-US" dirty="0"/>
              <a:t>Notes:</a:t>
            </a:r>
          </a:p>
          <a:p>
            <a:r>
              <a:rPr lang="en-US" dirty="0"/>
              <a:t>If you want local model inference (low-latency), run it on AMD GPU droplets (MI300X) — </a:t>
            </a:r>
            <a:r>
              <a:rPr lang="en-US" dirty="0" err="1"/>
              <a:t>DigitalOcean</a:t>
            </a:r>
            <a:r>
              <a:rPr lang="en-US" dirty="0"/>
              <a:t> now offers AMD GPU infrastructure optimized for </a:t>
            </a:r>
            <a:r>
              <a:rPr lang="en-US" dirty="0" err="1"/>
              <a:t>ROCm</a:t>
            </a:r>
            <a:r>
              <a:rPr lang="en-US" dirty="0"/>
              <a:t>. </a:t>
            </a:r>
          </a:p>
          <a:p>
            <a:r>
              <a:rPr lang="en-US" b="1" dirty="0"/>
              <a:t>3) Concrete repo &amp; code scaffolding</a:t>
            </a:r>
          </a:p>
          <a:p>
            <a:r>
              <a:rPr lang="en-US" dirty="0"/>
              <a:t>Below are copy-</a:t>
            </a:r>
            <a:r>
              <a:rPr lang="en-US" dirty="0" err="1"/>
              <a:t>pasteable</a:t>
            </a:r>
            <a:r>
              <a:rPr lang="en-US" dirty="0"/>
              <a:t> snippets to get a working demo quickly. You’ll wire these into a git repo (I recommend branching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dirty="0"/>
              <a:t>).</a:t>
            </a:r>
          </a:p>
          <a:p>
            <a:r>
              <a:rPr lang="en-US" b="1" dirty="0"/>
              <a:t>3.1 Backend: Express (TypeScript)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server/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server/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express from 'express';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from '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bodyParser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from 'body-parser';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handleAsk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from './routes/ask';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handleUpload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from './routes/upload';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handleQuote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from './routes/quote';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dotenv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from '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dotenv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dotenv.config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app = express();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app.use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app.use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bodyParser.json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/ask',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handleAsk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/upload',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handleUpload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/quote',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handleQuote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PORT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process.env.PORT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|| 8080;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app.listen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(PORT, () =&gt; console.log(`Server listening on ${PORT}`));</a:t>
            </a:r>
          </a:p>
          <a:p>
            <a:r>
              <a:rPr lang="en-US" dirty="0"/>
              <a:t>Example route skeleton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/ask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server/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/routes/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ask.ts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Request, Response } from 'express';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fetch from 'node-fetch';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async function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handleAsk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(req: Request, res: Response)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const { question,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req.body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// Call the LLM service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const r = await fetch(`${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process.env.LLM_SERVICE_URL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`,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method: 'POST',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headers: {'Content-Type': 'application/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'},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body: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JSON.stringify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 question,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const answer = await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r.json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return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res.json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(answer);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b="1" dirty="0"/>
              <a:t>3.2 LLM microservice (</a:t>
            </a:r>
            <a:r>
              <a:rPr lang="en-US" b="1" dirty="0" err="1"/>
              <a:t>FastAPI</a:t>
            </a:r>
            <a:r>
              <a:rPr lang="en-US" b="1" dirty="0"/>
              <a:t>)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llm_service/main.py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llm_service/main.py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HTTPException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pydantic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BaseModel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uvicorn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placeholder imports for PDF text, embedding, retriever libs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utils.pdf_utils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extract_text_with_pages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utils.vectorstore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VectorStore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VectorStore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 # wraps FAISS or Milvus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QARequest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BaseModel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question: str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str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@app.post("/qa")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 def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(req: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QARequest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1) fetch policy text location (from Spaces) -&gt; extract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text+page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2) retrieve top-k passages via embeddings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3) call an LLM (local or API) to generate an answer and include the exact citation(s)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answer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vs.answer_with_citations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req.policyId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req.question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answer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__name__ == "__main__":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uvicorn.run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main:app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host="0.0.0.0", port=8000, reload=False)</a:t>
            </a:r>
          </a:p>
          <a:p>
            <a:r>
              <a:rPr lang="en-US" b="1" dirty="0"/>
              <a:t>How to do “exact policy citations”</a:t>
            </a:r>
          </a:p>
          <a:p>
            <a:r>
              <a:rPr lang="en-US" dirty="0"/>
              <a:t>When extracting PDF text, keep (page number, char offsets) with each chunk and persist it in the vector store metadata. When the model returns a passage, include the passage’s page number and a short excerpt as the citation.</a:t>
            </a:r>
          </a:p>
          <a:p>
            <a:r>
              <a:rPr lang="en-US" b="1" dirty="0"/>
              <a:t>3.3 </a:t>
            </a:r>
            <a:r>
              <a:rPr lang="en-US" b="1" dirty="0" err="1"/>
              <a:t>Dockerfile</a:t>
            </a:r>
            <a:r>
              <a:rPr lang="en-US" b="1" dirty="0"/>
              <a:t> examples</a:t>
            </a:r>
          </a:p>
          <a:p>
            <a:r>
              <a:rPr lang="en-US" b="1" dirty="0"/>
              <a:t>Backend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server/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Dockerfile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node:20-alpine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WORKDIR /app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package*.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./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 --production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. 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 ["node", 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/index.js"]</a:t>
            </a:r>
          </a:p>
          <a:p>
            <a:r>
              <a:rPr lang="en-US" b="1" dirty="0"/>
              <a:t>LLM service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Dockerfile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python:3.11-slim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WORKDIR /app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requirements.txt 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 pip install -r requirements.txt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. 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 ["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uvicorn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main:app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"--host", "0.0.0.0", "--port", "8000"]</a:t>
            </a:r>
          </a:p>
          <a:p>
            <a:r>
              <a:rPr lang="en-US" b="1" dirty="0"/>
              <a:t>3.4 Simple React chat UI (skeleton)</a:t>
            </a:r>
          </a:p>
          <a:p>
            <a:r>
              <a:rPr lang="en-US" dirty="0"/>
              <a:t>Use the repo’s README design to build a friendly chat using React + Tailwind. Keep the UX: file upload → show parsed policy snippets → “Ask about my policy” input.</a:t>
            </a:r>
          </a:p>
          <a:p>
            <a:r>
              <a:rPr lang="en-US" b="1" dirty="0"/>
              <a:t>4) Using resources from the hackathon repo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Taxonomy/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Taxonomy_Hackathon.json</a:t>
            </a:r>
            <a:r>
              <a:rPr lang="en-US" dirty="0"/>
              <a:t> to normalize policy fields.</a:t>
            </a:r>
          </a:p>
          <a:p>
            <a:r>
              <a:rPr lang="en-US" dirty="0"/>
              <a:t>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Policy_Wordings</a:t>
            </a:r>
            <a:r>
              <a:rPr lang="en-US" dirty="0"/>
              <a:t> PDFs as sample policies to seed the vector DB and to demo citation accuracy.</a:t>
            </a:r>
          </a:p>
          <a:p>
            <a:r>
              <a:rPr lang="en-US" dirty="0"/>
              <a:t>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Hackathon_Documentation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/Travel Insurance API Documentation.pdf</a:t>
            </a:r>
            <a:r>
              <a:rPr lang="en-US" dirty="0"/>
              <a:t> for integrating their sample endpoints if you want to mock quoting or fetch pricing data. (There’s also an event API key in the repo README for the </a:t>
            </a:r>
            <a:r>
              <a:rPr lang="en-US" dirty="0" err="1"/>
              <a:t>Ancileo</a:t>
            </a:r>
            <a:r>
              <a:rPr lang="en-US" dirty="0"/>
              <a:t> endpoints.)</a:t>
            </a:r>
          </a:p>
          <a:p>
            <a:r>
              <a:rPr lang="en-US" b="1" dirty="0"/>
              <a:t>5) Deployment to </a:t>
            </a:r>
            <a:r>
              <a:rPr lang="en-US" b="1" dirty="0" err="1"/>
              <a:t>DigitalOcean</a:t>
            </a:r>
            <a:r>
              <a:rPr lang="en-US" b="1" dirty="0"/>
              <a:t> + AMD GPU notes</a:t>
            </a:r>
          </a:p>
          <a:p>
            <a:r>
              <a:rPr lang="en-US" b="1" dirty="0"/>
              <a:t>Options</a:t>
            </a:r>
          </a:p>
          <a:p>
            <a:r>
              <a:rPr lang="en-US" dirty="0"/>
              <a:t>A. Quick demo (fastest): Deploy Frontend + Backend to </a:t>
            </a:r>
            <a:r>
              <a:rPr lang="en-US" b="1" dirty="0" err="1"/>
              <a:t>DigitalOcean</a:t>
            </a:r>
            <a:r>
              <a:rPr lang="en-US" b="1" dirty="0"/>
              <a:t> App Platform</a:t>
            </a:r>
            <a:r>
              <a:rPr lang="en-US" dirty="0"/>
              <a:t> (PaaS). Use Managed Postgres and Spaces. App Platform integrates with GitHub for automatic deploys. </a:t>
            </a:r>
          </a:p>
          <a:p>
            <a:r>
              <a:rPr lang="en-US" dirty="0"/>
              <a:t>B. GPU-backed LLM inference: provision an </a:t>
            </a:r>
            <a:r>
              <a:rPr lang="en-US" b="1" dirty="0"/>
              <a:t>AMD GPU Droplet</a:t>
            </a:r>
            <a:r>
              <a:rPr lang="en-US" dirty="0"/>
              <a:t> (MI300X) or Marketplace image for heavy local model inference. Use this machine for the LLM microservice; connect Backend App Platform to it via private networking or public secure endpoint. </a:t>
            </a:r>
            <a:r>
              <a:rPr lang="en-US" dirty="0" err="1"/>
              <a:t>DigitalOcean</a:t>
            </a:r>
            <a:r>
              <a:rPr lang="en-US" dirty="0"/>
              <a:t> announced AMD GPU offerings and has guides for using AMD/</a:t>
            </a:r>
            <a:r>
              <a:rPr lang="en-US" dirty="0" err="1"/>
              <a:t>ROCm</a:t>
            </a:r>
            <a:r>
              <a:rPr lang="en-US" dirty="0"/>
              <a:t> on their platform. https://docs.digitalocean.com/products/app-platform/how-to/create-apps</a:t>
            </a:r>
          </a:p>
          <a:p>
            <a:r>
              <a:rPr lang="en-US" dirty="0"/>
              <a:t>C. Full Marketplace listing (optional): If you want the product discoverable in </a:t>
            </a:r>
            <a:r>
              <a:rPr lang="en-US" dirty="0" err="1"/>
              <a:t>DigitalOcean</a:t>
            </a:r>
            <a:r>
              <a:rPr lang="en-US" dirty="0"/>
              <a:t> Marketplace, follow their Vendor guidelines and package a 1-Click image or container-based app for marketplace submission. </a:t>
            </a:r>
          </a:p>
          <a:p>
            <a:r>
              <a:rPr lang="en-US" b="1" dirty="0"/>
              <a:t>Steps: Quick deploy (App Platform + AMD inference on Droplet)</a:t>
            </a:r>
          </a:p>
          <a:p>
            <a:r>
              <a:rPr lang="en-US" dirty="0"/>
              <a:t>Create </a:t>
            </a:r>
            <a:r>
              <a:rPr lang="en-US" dirty="0" err="1"/>
              <a:t>DigitalOcean</a:t>
            </a:r>
            <a:r>
              <a:rPr lang="en-US" dirty="0"/>
              <a:t> account &amp; project.</a:t>
            </a:r>
          </a:p>
          <a:p>
            <a:r>
              <a:rPr lang="en-US" dirty="0"/>
              <a:t>Create a Managed Database (Postgres) and Spaces bucket.</a:t>
            </a:r>
          </a:p>
          <a:p>
            <a:r>
              <a:rPr lang="en-US" dirty="0"/>
              <a:t>Deploy backend + frontend to App Platform (link GitHub repo). See App Platform “Create Apps” docs. </a:t>
            </a:r>
          </a:p>
          <a:p>
            <a:r>
              <a:rPr lang="en-US" dirty="0"/>
              <a:t>Provision an AMD GPU Droplet (MI300X) for running the LLM service. Install </a:t>
            </a:r>
            <a:r>
              <a:rPr lang="en-US" dirty="0" err="1"/>
              <a:t>ROCm</a:t>
            </a:r>
            <a:r>
              <a:rPr lang="en-US" dirty="0"/>
              <a:t>-based drivers if you’ll run a local model—</a:t>
            </a:r>
            <a:r>
              <a:rPr lang="en-US" dirty="0" err="1"/>
              <a:t>DigitalOcean</a:t>
            </a:r>
            <a:r>
              <a:rPr lang="en-US" dirty="0"/>
              <a:t> + AMD have specific instructions for </a:t>
            </a:r>
            <a:r>
              <a:rPr lang="en-US" dirty="0" err="1"/>
              <a:t>ROCm</a:t>
            </a:r>
            <a:r>
              <a:rPr lang="en-US" dirty="0"/>
              <a:t>. Alternatively run a CPU model for the demo (smaller, cheaper). </a:t>
            </a:r>
          </a:p>
          <a:p>
            <a:r>
              <a:rPr lang="en-US" dirty="0"/>
              <a:t>Configure environment variables: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LLM_SERVICE_URL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STRIPE_SECRET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SPACES_KEY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SPACES_SECRET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DATABASE_URL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ANCILEO_API_KEY</a:t>
            </a:r>
            <a:r>
              <a:rPr lang="en-US" dirty="0"/>
              <a:t> (use the hackathon event key for demo).</a:t>
            </a:r>
          </a:p>
          <a:p>
            <a:r>
              <a:rPr lang="en-US" dirty="0"/>
              <a:t>Add HTTPS domain via App Platform or point DNS to Droplet and configure Nginx + </a:t>
            </a:r>
            <a:r>
              <a:rPr lang="en-US" dirty="0" err="1"/>
              <a:t>certbot</a:t>
            </a:r>
            <a:r>
              <a:rPr lang="en-US" dirty="0"/>
              <a:t> if using Droplet directly.</a:t>
            </a:r>
          </a:p>
          <a:p>
            <a:r>
              <a:rPr lang="en-US" b="1" dirty="0"/>
              <a:t>Example App Platform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</a:t>
            </a:r>
            <a:r>
              <a:rPr lang="en-US" b="1" dirty="0"/>
              <a:t> (manifest) — minimal</a:t>
            </a:r>
          </a:p>
          <a:p>
            <a:r>
              <a:rPr lang="en-US" dirty="0"/>
              <a:t>Use App Platform UI or an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 deploying two services: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  <a:r>
              <a:rPr lang="en-US" dirty="0"/>
              <a:t> (React)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dirty="0"/>
              <a:t> (Node). See docs for exact manifest format. </a:t>
            </a:r>
          </a:p>
          <a:p>
            <a:r>
              <a:rPr lang="en-US" b="1" dirty="0"/>
              <a:t>6) CI/CD — GitHub Actions (build → test → deploy)</a:t>
            </a:r>
          </a:p>
          <a:p>
            <a:r>
              <a:rPr lang="en-US" dirty="0"/>
              <a:t>Example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/workflows/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ci.yml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name: CI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on: [push]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build: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steps: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uses: actions/checkout@v4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name: Setup Node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actions/setup-node@v4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with: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node-version: 20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name: Install &amp; Build server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|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cd server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build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name: Build Docker images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|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docker build -t ghcr.io/${{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github.repository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}}/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server:latest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server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docker build -t ghcr.io/${{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github.repository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}}/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llm:latest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name: Push images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docker/login-action@v2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with: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registry: ghcr.io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username: ${{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github.actor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password: ${{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secrets.GITHUB_TOKEN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}}</a:t>
            </a:r>
          </a:p>
          <a:p>
            <a:r>
              <a:rPr lang="en-US" dirty="0"/>
              <a:t>Then connect App Platform to the image or to GitHub for automated app deploys.</a:t>
            </a:r>
          </a:p>
          <a:p>
            <a:r>
              <a:rPr lang="en-US" b="1" dirty="0"/>
              <a:t>7) Demo script</a:t>
            </a:r>
          </a:p>
          <a:p>
            <a:r>
              <a:rPr lang="en-US" dirty="0"/>
              <a:t>Open demo URL (App Platform domain) — landing page explains “Upload a policy or use a sample.”</a:t>
            </a:r>
          </a:p>
          <a:p>
            <a:r>
              <a:rPr lang="en-US" dirty="0"/>
              <a:t>Click “Start Demo (Use sample policy)” → the UI populates with a sample PDF from repo.</a:t>
            </a:r>
          </a:p>
          <a:p>
            <a:r>
              <a:rPr lang="en-US" dirty="0"/>
              <a:t>Type: “Am I covered for trip cancellation if I test positive for COVID-19 3 days before departure?” — backend returns answer with exact citation (e.g., “See </a:t>
            </a:r>
            <a:r>
              <a:rPr lang="en-US" dirty="0" err="1"/>
              <a:t>TravelEasy</a:t>
            </a:r>
            <a:r>
              <a:rPr lang="en-US" dirty="0"/>
              <a:t> Policy p.7, section 4.2 — Trip Cancellation: ‘...’”) and a short confidence score.</a:t>
            </a:r>
          </a:p>
          <a:p>
            <a:r>
              <a:rPr lang="en-US" dirty="0"/>
              <a:t>Click “Get Quote” → shows normalized coverage, optional add-ons recommended from </a:t>
            </a:r>
            <a:r>
              <a:rPr lang="en-US" dirty="0" err="1"/>
              <a:t>Claims_Data_DB</a:t>
            </a:r>
            <a:r>
              <a:rPr lang="en-US" dirty="0"/>
              <a:t> risk model, and final quote.</a:t>
            </a:r>
          </a:p>
          <a:p>
            <a:r>
              <a:rPr lang="en-US" dirty="0"/>
              <a:t>Click “Buy” → Stripe checkout (demo card) → Post-purchase confirmation stored in Postgres.</a:t>
            </a:r>
          </a:p>
          <a:p>
            <a:r>
              <a:rPr lang="en-US" dirty="0"/>
              <a:t>Show admin dashboard (tester) with claims-predictive charts (bonus).</a:t>
            </a:r>
          </a:p>
          <a:p>
            <a:r>
              <a:rPr lang="en-US" dirty="0"/>
              <a:t>If you use the AMD Droplet for LLM inference, show GPU utilization.</a:t>
            </a:r>
          </a:p>
          <a:p>
            <a:r>
              <a:rPr lang="en-US" b="1" dirty="0"/>
              <a:t>8) Security &amp; Production considerations</a:t>
            </a:r>
          </a:p>
          <a:p>
            <a:r>
              <a:rPr lang="en-US" dirty="0"/>
              <a:t>Sanitize uploaded PDFs; limit file size and validate file type.</a:t>
            </a:r>
          </a:p>
          <a:p>
            <a:r>
              <a:rPr lang="en-US" dirty="0"/>
              <a:t>Never store raw credit card numbers; use Stripe’s hosted Checkout + webhooks.</a:t>
            </a:r>
          </a:p>
          <a:p>
            <a:r>
              <a:rPr lang="en-US" dirty="0"/>
              <a:t>Use HTTPS everywhere, rotate API keys, use secrets in App Platform or DO Secrets.</a:t>
            </a:r>
          </a:p>
          <a:p>
            <a:r>
              <a:rPr lang="en-US" dirty="0"/>
              <a:t>Rate-limit the LLM endpoint and implement request quotas to control GPU costs.</a:t>
            </a:r>
          </a:p>
          <a:p>
            <a:r>
              <a:rPr lang="en-US" b="1" dirty="0"/>
              <a:t>9) Highlight</a:t>
            </a:r>
          </a:p>
          <a:p>
            <a:r>
              <a:rPr lang="en-US" dirty="0"/>
              <a:t>“Policy-level citations” — every claim in the response shows concrete page/section references (meets the requirement about exact policy citations).</a:t>
            </a:r>
          </a:p>
          <a:p>
            <a:r>
              <a:rPr lang="en-US" dirty="0"/>
              <a:t>“Normalized taxonomy” — we map vendor wordings to canonical fields (block 1).</a:t>
            </a:r>
          </a:p>
          <a:p>
            <a:r>
              <a:rPr lang="en-US" dirty="0"/>
              <a:t>“Seamless commerce” — one-click in-chat purchase using Stripe (block 4).</a:t>
            </a:r>
          </a:p>
          <a:p>
            <a:r>
              <a:rPr lang="en-US" dirty="0"/>
              <a:t>“Predictive insights” — claims DB provides add-on suggestions using simple ML (block 5 bonus).</a:t>
            </a:r>
          </a:p>
          <a:p>
            <a:r>
              <a:rPr lang="en-US" dirty="0"/>
              <a:t>Deployed on </a:t>
            </a:r>
            <a:r>
              <a:rPr lang="en-US" dirty="0" err="1"/>
              <a:t>DigitalOcean</a:t>
            </a:r>
            <a:r>
              <a:rPr lang="en-US" dirty="0"/>
              <a:t> with AMD GPU inference for low-latency LLM answers (modern infra).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Highlight how this solution meets all five innovation blocks in the hackathon criteria with unique execution.</a:t>
            </a:r>
            <a:endParaRPr lang="en-US" dirty="0"/>
          </a:p>
          <a:p>
            <a:r>
              <a:rPr lang="en-US" dirty="0"/>
              <a:t>Our AI doesn’t just talk — it </a:t>
            </a:r>
            <a:r>
              <a:rPr lang="en-US" i="1" dirty="0"/>
              <a:t>thinks ahead.</a:t>
            </a:r>
            <a:br>
              <a:rPr lang="en-US" dirty="0"/>
            </a:br>
            <a:r>
              <a:rPr lang="en-US" dirty="0"/>
              <a:t>It predicts delays, auto-activates compensation, and even dynamically adjusts coverage based on real-time context — weather, location, or health data.</a:t>
            </a:r>
            <a:br>
              <a:rPr lang="en-US" dirty="0"/>
            </a:br>
            <a:r>
              <a:rPr lang="en-US" dirty="0"/>
              <a:t>Powered by </a:t>
            </a:r>
            <a:r>
              <a:rPr lang="en-US" b="1" dirty="0"/>
              <a:t>AMD MI300X GPUs</a:t>
            </a:r>
            <a:r>
              <a:rPr lang="en-US" dirty="0"/>
              <a:t> and </a:t>
            </a:r>
            <a:r>
              <a:rPr lang="en-US" b="1" dirty="0" err="1"/>
              <a:t>DigitalOcean’s</a:t>
            </a:r>
            <a:r>
              <a:rPr lang="en-US" b="1" dirty="0"/>
              <a:t> scalable platform</a:t>
            </a:r>
            <a:r>
              <a:rPr lang="en-US" dirty="0"/>
              <a:t>, we enable lightning-fast natural language responses, document processing, and autonomous insurance actions — all privacy-safe and fully auditable.</a:t>
            </a:r>
          </a:p>
          <a:p>
            <a:r>
              <a:rPr lang="en-US" b="1" dirty="0"/>
              <a:t>Our 100 futuristic enhancements</a:t>
            </a:r>
            <a:r>
              <a:rPr lang="en-US" dirty="0"/>
              <a:t> spans </a:t>
            </a:r>
            <a:r>
              <a:rPr lang="en-US" b="1" dirty="0"/>
              <a:t>10 innovation domains</a:t>
            </a:r>
            <a:r>
              <a:rPr lang="en-US" dirty="0"/>
              <a:t> — from </a:t>
            </a:r>
            <a:r>
              <a:rPr lang="en-US" b="1" dirty="0"/>
              <a:t>autonomous travel</a:t>
            </a:r>
            <a:r>
              <a:rPr lang="en-US" dirty="0"/>
              <a:t> and </a:t>
            </a:r>
            <a:r>
              <a:rPr lang="en-US" b="1" dirty="0"/>
              <a:t>health integration</a:t>
            </a:r>
            <a:r>
              <a:rPr lang="en-US" dirty="0"/>
              <a:t> to </a:t>
            </a:r>
            <a:r>
              <a:rPr lang="en-US" b="1" dirty="0"/>
              <a:t>green insurance</a:t>
            </a:r>
            <a:r>
              <a:rPr lang="en-US" dirty="0"/>
              <a:t>, </a:t>
            </a:r>
            <a:r>
              <a:rPr lang="en-US" b="1" dirty="0"/>
              <a:t>quantum risk modeling</a:t>
            </a:r>
            <a:r>
              <a:rPr lang="en-US" dirty="0"/>
              <a:t>, and </a:t>
            </a:r>
            <a:r>
              <a:rPr lang="en-US" b="1" dirty="0"/>
              <a:t>interplanetary protection frameworks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Show the stack and why it’s innovative: low-latency LLM inference using AMD GPUs; scalable architecture</a:t>
            </a:r>
            <a:r>
              <a:rPr lang="en-US" dirty="0"/>
              <a:t>.</a:t>
            </a:r>
          </a:p>
          <a:p>
            <a:r>
              <a:rPr lang="en-US" b="1" dirty="0"/>
              <a:t>Prerequisites</a:t>
            </a:r>
          </a:p>
          <a:p>
            <a:r>
              <a:rPr lang="en-US" dirty="0"/>
              <a:t>A </a:t>
            </a:r>
            <a:r>
              <a:rPr lang="en-US" dirty="0" err="1"/>
              <a:t>DigitalOcean</a:t>
            </a:r>
            <a:r>
              <a:rPr lang="en-US" dirty="0"/>
              <a:t> account.</a:t>
            </a:r>
          </a:p>
          <a:p>
            <a:r>
              <a:rPr lang="en-US" dirty="0"/>
              <a:t>A GitHub account and a repository (push the zip into a repo).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dirty="0"/>
              <a:t> CLI installed locally (optional but recommended for automation). Docs: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dirty="0"/>
              <a:t> to authenticate. https://docs.digitalocean.com/reference/doctl/reference/auth/init/</a:t>
            </a:r>
          </a:p>
          <a:p>
            <a:r>
              <a:rPr lang="en-US" dirty="0"/>
              <a:t>(Optional, for GPU flow) Familiarity with SSH and installing packages on a Linux server (you’ll install </a:t>
            </a:r>
            <a:r>
              <a:rPr lang="en-US" dirty="0" err="1"/>
              <a:t>ROCm</a:t>
            </a:r>
            <a:r>
              <a:rPr lang="en-US" dirty="0"/>
              <a:t> / model runtime on the MI300X droplet). See </a:t>
            </a:r>
            <a:r>
              <a:rPr lang="en-US" dirty="0" err="1"/>
              <a:t>DigitalOcean</a:t>
            </a:r>
            <a:r>
              <a:rPr lang="en-US" dirty="0"/>
              <a:t> MI300X docs and </a:t>
            </a:r>
            <a:r>
              <a:rPr lang="en-US" dirty="0" err="1"/>
              <a:t>ROCm</a:t>
            </a:r>
            <a:r>
              <a:rPr lang="en-US" dirty="0"/>
              <a:t> guidance. https://www.digitalocean.com/blog/now-available-amd-instinct-mi300x-gpus</a:t>
            </a:r>
          </a:p>
          <a:p>
            <a:r>
              <a:rPr lang="en-US" b="1" dirty="0"/>
              <a:t>Step A — Prepare the GitHub repository from the zip</a:t>
            </a:r>
          </a:p>
          <a:p>
            <a:r>
              <a:rPr lang="en-US" dirty="0"/>
              <a:t>Download the zip: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ancileo-msig-demo.zip</a:t>
            </a:r>
            <a:r>
              <a:rPr lang="en-US" dirty="0"/>
              <a:t> and unzip locally: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unzip ancileo-msig-demo.zip -d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</a:p>
          <a:p>
            <a:r>
              <a:rPr lang="en-US" dirty="0"/>
              <a:t>Create a new GitHub repo (e.g.,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  <a:r>
              <a:rPr lang="en-US" dirty="0"/>
              <a:t>) and push: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add 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commit -m "Initial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MSIG demo"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branch -M main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remote add origin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git@github.com:GITHUB_USERNAME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ancileo-msig-demo.git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push -u origin main</a:t>
            </a:r>
          </a:p>
          <a:p>
            <a:r>
              <a:rPr lang="en-US" dirty="0"/>
              <a:t>Replace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GITHUB_USERNAME</a:t>
            </a:r>
            <a:r>
              <a:rPr lang="en-US" dirty="0"/>
              <a:t> with your GitHub handle.</a:t>
            </a:r>
          </a:p>
          <a:p>
            <a:r>
              <a:rPr lang="en-US" b="1" dirty="0"/>
              <a:t>Step B — Quick demo: Deploy everything to </a:t>
            </a:r>
            <a:r>
              <a:rPr lang="en-US" b="1" dirty="0" err="1"/>
              <a:t>DigitalOcean</a:t>
            </a:r>
            <a:r>
              <a:rPr lang="en-US" b="1" dirty="0"/>
              <a:t> App Platform (no GPU)</a:t>
            </a:r>
          </a:p>
          <a:p>
            <a:r>
              <a:rPr lang="en-US" dirty="0"/>
              <a:t>This is the fastest way to show a working demo. App Platform can pull from your GitHub repo and deploy multiple services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. See the App Platform docs for using an app spec. https://docs.digitalocean.com/products/app-platform/how-to/create-apps</a:t>
            </a:r>
          </a:p>
          <a:p>
            <a:r>
              <a:rPr lang="en-US" dirty="0"/>
              <a:t>Log into </a:t>
            </a:r>
            <a:r>
              <a:rPr lang="en-US" dirty="0" err="1"/>
              <a:t>DigitalOcean</a:t>
            </a:r>
            <a:r>
              <a:rPr lang="en-US" dirty="0"/>
              <a:t> and create a </a:t>
            </a:r>
            <a:r>
              <a:rPr lang="en-US" b="1" dirty="0"/>
              <a:t>Project</a:t>
            </a:r>
            <a:r>
              <a:rPr lang="en-US" dirty="0"/>
              <a:t> (optional but recommended).</a:t>
            </a:r>
          </a:p>
          <a:p>
            <a:r>
              <a:rPr lang="en-US" dirty="0"/>
              <a:t>Connect GitHub to </a:t>
            </a:r>
            <a:r>
              <a:rPr lang="en-US" dirty="0" err="1"/>
              <a:t>DigitalOcean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DigitalOcean</a:t>
            </a:r>
            <a:r>
              <a:rPr lang="en-US" dirty="0"/>
              <a:t> console → App Platform → Create App → connect your GitHub account and authorize the repository you just pushed.</a:t>
            </a:r>
          </a:p>
          <a:p>
            <a:pPr lvl="1"/>
            <a:r>
              <a:rPr lang="en-US" dirty="0"/>
              <a:t>Alternatively, 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dirty="0"/>
              <a:t> with an app spec (see step 6).</a:t>
            </a:r>
          </a:p>
          <a:p>
            <a:r>
              <a:rPr lang="en-US" dirty="0"/>
              <a:t>In the App Platform UI, click </a:t>
            </a:r>
            <a:r>
              <a:rPr lang="en-US" b="1" dirty="0"/>
              <a:t>Create App</a:t>
            </a:r>
            <a:r>
              <a:rPr lang="en-US" dirty="0"/>
              <a:t> → select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  <a:r>
              <a:rPr lang="en-US" dirty="0"/>
              <a:t> repo → choose branch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/>
              <a:t>App Platform will detect services. If it does not, use the included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 as your app spec:</a:t>
            </a:r>
          </a:p>
          <a:p>
            <a:pPr lvl="1"/>
            <a:r>
              <a:rPr lang="en-US" dirty="0"/>
              <a:t>In the App Platform UI choose </a:t>
            </a:r>
            <a:r>
              <a:rPr lang="en-US" b="1" dirty="0"/>
              <a:t>"Deploy using a spec file"</a:t>
            </a:r>
            <a:r>
              <a:rPr lang="en-US" dirty="0"/>
              <a:t> and upload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 (or 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apps create --spec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). The </a:t>
            </a:r>
            <a:r>
              <a:rPr lang="en-US" dirty="0" err="1"/>
              <a:t>DigitalOcean</a:t>
            </a:r>
            <a:r>
              <a:rPr lang="en-US" dirty="0"/>
              <a:t> docs show how to create an app with an app spec. </a:t>
            </a:r>
            <a:r>
              <a:rPr lang="en-US" dirty="0" err="1">
                <a:hlinkClick r:id="rId3"/>
              </a:rPr>
              <a:t>DigitalOcean</a:t>
            </a:r>
            <a:r>
              <a:rPr lang="en-US" dirty="0">
                <a:hlinkClick r:id="rId3"/>
              </a:rPr>
              <a:t> Docs+1</a:t>
            </a:r>
            <a:endParaRPr lang="en-US" dirty="0"/>
          </a:p>
          <a:p>
            <a:r>
              <a:rPr lang="en-US" dirty="0"/>
              <a:t>Configure environment variables (App Settings → Environment Variables):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LLM_SERVICE_URL</a:t>
            </a:r>
            <a:r>
              <a:rPr lang="en-US" dirty="0"/>
              <a:t> — set this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https://&lt;your-app-url&gt;/llm</a:t>
            </a:r>
            <a:r>
              <a:rPr lang="en-US" dirty="0"/>
              <a:t> if you deploy LLM service on App Platform, or later to the MI300X droplet URL.</a:t>
            </a:r>
          </a:p>
          <a:p>
            <a:pPr lvl="1"/>
            <a:r>
              <a:rPr lang="en-US" dirty="0"/>
              <a:t>Any other secrets (Stripe keys, SPACES access keys, DATABASE_URL). App Platform supports editing env vars in the UI. https://docs.digitalocean.com/products/app-platform/how-to/use-environment-variables/</a:t>
            </a:r>
          </a:p>
          <a:p>
            <a:r>
              <a:rPr lang="en-US" dirty="0"/>
              <a:t>Build &amp; deploy: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Deploy</a:t>
            </a:r>
            <a:r>
              <a:rPr lang="en-US" dirty="0"/>
              <a:t> in the App Platform UI. App Platform will build each component (frontend, </a:t>
            </a:r>
            <a:r>
              <a:rPr lang="en-US" dirty="0" err="1"/>
              <a:t>api</a:t>
            </a:r>
            <a:r>
              <a:rPr lang="en-US" dirty="0"/>
              <a:t>, </a:t>
            </a:r>
            <a:r>
              <a:rPr lang="en-US" dirty="0" err="1"/>
              <a:t>llm</a:t>
            </a:r>
            <a:r>
              <a:rPr lang="en-US" dirty="0"/>
              <a:t>) according to the </a:t>
            </a:r>
            <a:r>
              <a:rPr lang="en-US" dirty="0" err="1"/>
              <a:t>Dockerfiles</a:t>
            </a:r>
            <a:r>
              <a:rPr lang="en-US" dirty="0"/>
              <a:t> and run them.</a:t>
            </a:r>
          </a:p>
          <a:p>
            <a:r>
              <a:rPr lang="en-US" dirty="0"/>
              <a:t>Test:</a:t>
            </a:r>
          </a:p>
          <a:p>
            <a:pPr lvl="1"/>
            <a:r>
              <a:rPr lang="en-US" dirty="0"/>
              <a:t>Open the front-end URL shown by App Platform. Use the included sample policy and ask questions — it will proxy to the </a:t>
            </a:r>
            <a:r>
              <a:rPr lang="en-US" dirty="0" err="1"/>
              <a:t>llm</a:t>
            </a:r>
            <a:r>
              <a:rPr lang="en-US" dirty="0"/>
              <a:t> service.</a:t>
            </a:r>
          </a:p>
          <a:p>
            <a:r>
              <a:rPr lang="en-US" b="1" dirty="0"/>
              <a:t>Notes</a:t>
            </a:r>
            <a:r>
              <a:rPr lang="en-US" dirty="0"/>
              <a:t>:</a:t>
            </a:r>
          </a:p>
          <a:p>
            <a:r>
              <a:rPr lang="en-US" dirty="0"/>
              <a:t>This CPU-only option is simplest. The included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dirty="0"/>
              <a:t> is a deterministic stub and will work without GPUs.</a:t>
            </a:r>
          </a:p>
          <a:p>
            <a:r>
              <a:rPr lang="en-US" b="1" dirty="0"/>
              <a:t>Step C — Production / low-latency option: run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b="1" dirty="0"/>
              <a:t> on an AMD MI300X Droplet</a:t>
            </a:r>
          </a:p>
          <a:p>
            <a:r>
              <a:rPr lang="en-US" dirty="0"/>
              <a:t>Use this flow when you want GPU inference on </a:t>
            </a:r>
            <a:r>
              <a:rPr lang="en-US" dirty="0" err="1"/>
              <a:t>DigitalOcean’s</a:t>
            </a:r>
            <a:r>
              <a:rPr lang="en-US" dirty="0"/>
              <a:t> AMD MI300X GPUs (</a:t>
            </a:r>
            <a:r>
              <a:rPr lang="en-US" dirty="0" err="1"/>
              <a:t>ROCm</a:t>
            </a:r>
            <a:r>
              <a:rPr lang="en-US" dirty="0"/>
              <a:t>). </a:t>
            </a:r>
            <a:r>
              <a:rPr lang="en-US" dirty="0" err="1"/>
              <a:t>DigitalOcean</a:t>
            </a:r>
            <a:r>
              <a:rPr lang="en-US" dirty="0"/>
              <a:t> supports MI300X droplets; official posts and tutorials show MI300X availability and </a:t>
            </a:r>
            <a:r>
              <a:rPr lang="en-US" dirty="0" err="1"/>
              <a:t>ROCm</a:t>
            </a:r>
            <a:r>
              <a:rPr lang="en-US" dirty="0"/>
              <a:t> guidance. https://www.digitalocean.com/blog/now-available-amd-instinct-mi300x-gpus</a:t>
            </a:r>
          </a:p>
          <a:p>
            <a:r>
              <a:rPr lang="en-US" b="1" dirty="0"/>
              <a:t>C1. Create a Droplet with AMD MI300X (via Control Panel — recommended)</a:t>
            </a:r>
          </a:p>
          <a:p>
            <a:r>
              <a:rPr lang="en-US" dirty="0"/>
              <a:t>In </a:t>
            </a:r>
            <a:r>
              <a:rPr lang="en-US" dirty="0" err="1"/>
              <a:t>DigitalOcean</a:t>
            </a:r>
            <a:r>
              <a:rPr lang="en-US" dirty="0"/>
              <a:t> control panel → </a:t>
            </a:r>
            <a:r>
              <a:rPr lang="en-US" b="1" dirty="0"/>
              <a:t>Droplets</a:t>
            </a:r>
            <a:r>
              <a:rPr lang="en-US" dirty="0"/>
              <a:t> → </a:t>
            </a:r>
            <a:r>
              <a:rPr lang="en-US" b="1" dirty="0"/>
              <a:t>Create Droplet</a:t>
            </a:r>
            <a:r>
              <a:rPr lang="en-US" dirty="0"/>
              <a:t>.</a:t>
            </a:r>
          </a:p>
          <a:p>
            <a:r>
              <a:rPr lang="en-US" dirty="0"/>
              <a:t>Under </a:t>
            </a:r>
            <a:r>
              <a:rPr lang="en-US" b="1" dirty="0"/>
              <a:t>CPU / GPU</a:t>
            </a:r>
            <a:r>
              <a:rPr lang="en-US" dirty="0"/>
              <a:t> choices, select the AMD Instinct MI300X GPU option (the UI lists MI300X/GPU families). Choose an image (Ubuntu 24.04 LTS recommended).</a:t>
            </a:r>
          </a:p>
          <a:p>
            <a:pPr lvl="1"/>
            <a:r>
              <a:rPr lang="en-US" dirty="0"/>
              <a:t>If you prefer CLI automation, you can 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compute droplet create</a:t>
            </a:r>
            <a:r>
              <a:rPr lang="en-US" dirty="0"/>
              <a:t> — but the Control Panel UI helps ensure you pick the correct GPU SKU. (</a:t>
            </a:r>
            <a:r>
              <a:rPr lang="en-US" dirty="0" err="1"/>
              <a:t>DigitalOcean</a:t>
            </a:r>
            <a:r>
              <a:rPr lang="en-US" dirty="0"/>
              <a:t> docs show how to create GPU droplets.) https://www.digitalocean.com/blog/now-available-amd-instinct-mi300x-gpus</a:t>
            </a:r>
          </a:p>
          <a:p>
            <a:r>
              <a:rPr lang="en-US" dirty="0"/>
              <a:t>Add SSH keys and create the droplet.</a:t>
            </a:r>
          </a:p>
          <a:p>
            <a:r>
              <a:rPr lang="en-US" b="1" dirty="0"/>
              <a:t>C2. Prepare the Droplet for </a:t>
            </a:r>
            <a:r>
              <a:rPr lang="en-US" b="1" dirty="0" err="1"/>
              <a:t>ROCm</a:t>
            </a:r>
            <a:r>
              <a:rPr lang="en-US" b="1" dirty="0"/>
              <a:t> &amp; model runtime</a:t>
            </a:r>
          </a:p>
          <a:p>
            <a:r>
              <a:rPr lang="en-US" dirty="0"/>
              <a:t>SSH into the droplet: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ssh root@&lt;DROPLET_IP&gt;</a:t>
            </a:r>
          </a:p>
          <a:p>
            <a:r>
              <a:rPr lang="en-US" dirty="0"/>
              <a:t>Follow </a:t>
            </a:r>
            <a:r>
              <a:rPr lang="en-US" dirty="0" err="1"/>
              <a:t>DigitalOcean</a:t>
            </a:r>
            <a:r>
              <a:rPr lang="en-US" dirty="0"/>
              <a:t> / AMD </a:t>
            </a:r>
            <a:r>
              <a:rPr lang="en-US" dirty="0" err="1"/>
              <a:t>ROCm</a:t>
            </a:r>
            <a:r>
              <a:rPr lang="en-US" dirty="0"/>
              <a:t> guidance to install </a:t>
            </a:r>
            <a:r>
              <a:rPr lang="en-US" dirty="0" err="1"/>
              <a:t>ROCm</a:t>
            </a:r>
            <a:r>
              <a:rPr lang="en-US" dirty="0"/>
              <a:t> and the model runtime you intend to use (</a:t>
            </a:r>
            <a:r>
              <a:rPr lang="en-US" dirty="0" err="1"/>
              <a:t>vLLM</a:t>
            </a:r>
            <a:r>
              <a:rPr lang="en-US" dirty="0"/>
              <a:t>, </a:t>
            </a:r>
            <a:r>
              <a:rPr lang="en-US" dirty="0" err="1"/>
              <a:t>vLLM+vLLM-serving</a:t>
            </a:r>
            <a:r>
              <a:rPr lang="en-US" dirty="0"/>
              <a:t>, Triton, or a Hugging Face runtime compatible with </a:t>
            </a:r>
            <a:r>
              <a:rPr lang="en-US" dirty="0" err="1"/>
              <a:t>ROCm</a:t>
            </a:r>
            <a:r>
              <a:rPr lang="en-US" dirty="0"/>
              <a:t>). The </a:t>
            </a:r>
            <a:r>
              <a:rPr lang="en-US" dirty="0" err="1"/>
              <a:t>DigitalOcean</a:t>
            </a:r>
            <a:r>
              <a:rPr lang="en-US" dirty="0"/>
              <a:t> community and blog have tutorials for MI300X and </a:t>
            </a:r>
            <a:r>
              <a:rPr lang="en-US" dirty="0" err="1"/>
              <a:t>ROCm</a:t>
            </a:r>
            <a:r>
              <a:rPr lang="en-US" dirty="0"/>
              <a:t> best practices. https://www.digitalocean.com/community/tutorials/amd-gpu-droplets-mi300x</a:t>
            </a:r>
          </a:p>
          <a:p>
            <a:r>
              <a:rPr lang="en-US" dirty="0"/>
              <a:t>Important: MI300X GPUs require </a:t>
            </a:r>
            <a:r>
              <a:rPr lang="en-US" dirty="0" err="1"/>
              <a:t>ROCm</a:t>
            </a:r>
            <a:r>
              <a:rPr lang="en-US" dirty="0"/>
              <a:t> support; ensure kernel and driver steps are completed exactly as in the vendor instructions. If you prefer a preconfigured environment, check the </a:t>
            </a:r>
            <a:r>
              <a:rPr lang="en-US" b="1" dirty="0"/>
              <a:t>AMD Developer Cloud</a:t>
            </a:r>
            <a:r>
              <a:rPr lang="en-US" dirty="0"/>
              <a:t> offering or marketplace images that come with </a:t>
            </a:r>
            <a:r>
              <a:rPr lang="en-US" dirty="0" err="1"/>
              <a:t>ROCm</a:t>
            </a:r>
            <a:r>
              <a:rPr lang="en-US" dirty="0"/>
              <a:t> preinstalled (these can save a lot of time). https://www.amd.com/en/developer/resources/technical-articles/2025/how-to-get-started-on-the-amd-developer-cloud-.html</a:t>
            </a:r>
          </a:p>
          <a:p>
            <a:r>
              <a:rPr lang="en-US" dirty="0"/>
              <a:t>On the Droplet, clone your GitHub repo and run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dirty="0"/>
              <a:t> container or run it via Docker: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install docker, docker-compose, etc. (if not already)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clone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git@github.com:YOUR_GITHUB_USERNAME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ancileo-msig-demo.git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msig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Build Docker image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build -t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ancileo-llm:latest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Run mapping port 8000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run --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gpus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-p 8000:8000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ancileo-llm:latest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Note: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gpus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  <a:r>
              <a:rPr lang="en-US" dirty="0"/>
              <a:t> flag is shown for NVIDIA; for </a:t>
            </a:r>
            <a:r>
              <a:rPr lang="en-US" dirty="0" err="1"/>
              <a:t>ROCm</a:t>
            </a:r>
            <a:r>
              <a:rPr lang="en-US" dirty="0"/>
              <a:t>/AMD you may use docker/</a:t>
            </a:r>
            <a:r>
              <a:rPr lang="en-US" dirty="0" err="1"/>
              <a:t>rocm</a:t>
            </a:r>
            <a:r>
              <a:rPr lang="en-US" dirty="0"/>
              <a:t>-aware runtimes or a dedicated setup — check </a:t>
            </a:r>
            <a:r>
              <a:rPr lang="en-US" dirty="0" err="1"/>
              <a:t>ROCm</a:t>
            </a:r>
            <a:r>
              <a:rPr lang="en-US" dirty="0"/>
              <a:t> + Docker docs on the droplet.</a:t>
            </a:r>
          </a:p>
          <a:p>
            <a:r>
              <a:rPr lang="en-US" dirty="0"/>
              <a:t>Confirm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dirty="0"/>
              <a:t> is reachable: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curl http://localhost:8000/health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=&gt; {"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ok":true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b="1" dirty="0"/>
              <a:t>C3. Expose the LLM service securely</a:t>
            </a:r>
          </a:p>
          <a:p>
            <a:r>
              <a:rPr lang="en-US" dirty="0"/>
              <a:t>For a production demo, either:</a:t>
            </a:r>
          </a:p>
          <a:p>
            <a:pPr lvl="1"/>
            <a:r>
              <a:rPr lang="en-US" dirty="0"/>
              <a:t>Provision a small reverse proxy (nginx) on the droplet and enable HTTPS (</a:t>
            </a:r>
            <a:r>
              <a:rPr lang="en-US" dirty="0" err="1"/>
              <a:t>letsencrypt</a:t>
            </a:r>
            <a:r>
              <a:rPr lang="en-US" dirty="0"/>
              <a:t>/</a:t>
            </a:r>
            <a:r>
              <a:rPr lang="en-US" dirty="0" err="1"/>
              <a:t>certbot</a:t>
            </a:r>
            <a:r>
              <a:rPr lang="en-US" dirty="0"/>
              <a:t>). Or</a:t>
            </a:r>
          </a:p>
          <a:p>
            <a:pPr lvl="1"/>
            <a:r>
              <a:rPr lang="en-US" dirty="0"/>
              <a:t>Put the droplet behind a </a:t>
            </a:r>
            <a:r>
              <a:rPr lang="en-US" dirty="0" err="1"/>
              <a:t>DigitalOcean</a:t>
            </a:r>
            <a:r>
              <a:rPr lang="en-US" dirty="0"/>
              <a:t> Load Balancer and attach an HTTPS certificate.</a:t>
            </a:r>
          </a:p>
          <a:p>
            <a:r>
              <a:rPr lang="en-US" dirty="0"/>
              <a:t>Once you have a public URL (e.g.,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https://llm.yourdomain.com</a:t>
            </a:r>
            <a:r>
              <a:rPr lang="en-US" dirty="0"/>
              <a:t>), update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LLM_SERVICE_URL</a:t>
            </a:r>
            <a:r>
              <a:rPr lang="en-US" dirty="0"/>
              <a:t> environment variable in the App Platform app (Settings → Environment Variables) to that URL (e.g.,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https://llm.yourdomain.com/qa</a:t>
            </a:r>
            <a:r>
              <a:rPr lang="en-US" dirty="0"/>
              <a:t>). App Platform docs show how to set env vars per component. https://docs.digitalocean.com/products/app-platform/how-to/use-environment-variables/</a:t>
            </a:r>
          </a:p>
          <a:p>
            <a:r>
              <a:rPr lang="en-US" b="1" dirty="0"/>
              <a:t>Step D — </a:t>
            </a:r>
            <a:r>
              <a:rPr lang="en-US" b="1" dirty="0" err="1"/>
              <a:t>DigitalOcean</a:t>
            </a:r>
            <a:r>
              <a:rPr lang="en-US" b="1" dirty="0"/>
              <a:t> Spaces (store uploaded PDF policies)</a:t>
            </a:r>
          </a:p>
          <a:p>
            <a:r>
              <a:rPr lang="en-US" dirty="0"/>
              <a:t>In the </a:t>
            </a:r>
            <a:r>
              <a:rPr lang="en-US" dirty="0" err="1"/>
              <a:t>DigitalOcean</a:t>
            </a:r>
            <a:r>
              <a:rPr lang="en-US" dirty="0"/>
              <a:t> control panel → </a:t>
            </a:r>
            <a:r>
              <a:rPr lang="en-US" b="1" dirty="0"/>
              <a:t>Spaces</a:t>
            </a:r>
            <a:r>
              <a:rPr lang="en-US" dirty="0"/>
              <a:t> → </a:t>
            </a:r>
            <a:r>
              <a:rPr lang="en-US" b="1" dirty="0"/>
              <a:t>Create a Space</a:t>
            </a:r>
            <a:r>
              <a:rPr lang="en-US" dirty="0"/>
              <a:t>. Choose region close to your app and enable CDN if you want public hosting. Docs: How to create a Spaces bucket. https://docs.digitalocean.com/products/spaces/how-to/create/</a:t>
            </a:r>
          </a:p>
          <a:p>
            <a:r>
              <a:rPr lang="en-US" dirty="0"/>
              <a:t>Generate Spaces Keys (Access Key &amp; Secret) in the DO Control Panel → API → Spaces access keys. Save them into App Platform environment variables: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SPACES_KEY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SPACES_SECRET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SPACES_REGION</a:t>
            </a:r>
            <a:r>
              <a:rPr lang="en-US" dirty="0"/>
              <a:t> (or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SPACES_ENDPOINT</a:t>
            </a:r>
            <a:r>
              <a:rPr lang="en-US" dirty="0"/>
              <a:t>).</a:t>
            </a:r>
          </a:p>
          <a:p>
            <a:r>
              <a:rPr lang="en-US" dirty="0"/>
              <a:t>Update the backend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</a:t>
            </a:r>
            <a:r>
              <a:rPr lang="en-US" dirty="0"/>
              <a:t> upload handler to store files into Spaces (S3-compatible). The repo README notes where to add Spaces integration.</a:t>
            </a:r>
          </a:p>
          <a:p>
            <a:r>
              <a:rPr lang="en-US" b="1" dirty="0"/>
              <a:t>Step E — Managed Postgres (optional but recommended)</a:t>
            </a:r>
          </a:p>
          <a:p>
            <a:r>
              <a:rPr lang="en-US" dirty="0"/>
              <a:t>In </a:t>
            </a:r>
            <a:r>
              <a:rPr lang="en-US" dirty="0" err="1"/>
              <a:t>DigitalOcean</a:t>
            </a:r>
            <a:r>
              <a:rPr lang="en-US" dirty="0"/>
              <a:t> control panel → Databases → Create → PostgreSQL (choose the plan you need).</a:t>
            </a:r>
          </a:p>
          <a:p>
            <a:r>
              <a:rPr lang="en-US" dirty="0"/>
              <a:t>After creation, copy the connection string and add to App Platform environment variables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DATABASE_URL</a:t>
            </a:r>
            <a:r>
              <a:rPr lang="en-US" dirty="0"/>
              <a:t>.</a:t>
            </a:r>
          </a:p>
          <a:p>
            <a:r>
              <a:rPr lang="en-US" b="1" dirty="0"/>
              <a:t>Step F — </a:t>
            </a:r>
            <a:r>
              <a:rPr lang="en-US" b="1" dirty="0" err="1"/>
              <a:t>doctl</a:t>
            </a:r>
            <a:r>
              <a:rPr lang="en-US" b="1" dirty="0"/>
              <a:t> automation (optional)</a:t>
            </a:r>
          </a:p>
          <a:p>
            <a:r>
              <a:rPr lang="en-US" dirty="0"/>
              <a:t>If you prefer CLI automation, 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dirty="0"/>
              <a:t>:</a:t>
            </a:r>
          </a:p>
          <a:p>
            <a:r>
              <a:rPr lang="en-US" dirty="0"/>
              <a:t>Authenticate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# and paste your access token</a:t>
            </a:r>
          </a:p>
          <a:p>
            <a:r>
              <a:rPr lang="en-US" dirty="0"/>
              <a:t>Docs: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dirty="0" err="1"/>
              <a:t>.</a:t>
            </a:r>
            <a:r>
              <a:rPr lang="en-US" dirty="0"/>
              <a:t> https://docs.digitalocean.com/reference/doctl/reference/auth/init/</a:t>
            </a:r>
          </a:p>
          <a:p>
            <a:r>
              <a:rPr lang="en-US" dirty="0"/>
              <a:t>Create an App from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 spec: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apps create --spec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This will instruct App Platform to create the services described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app.yaml</a:t>
            </a:r>
            <a:r>
              <a:rPr lang="en-US" dirty="0"/>
              <a:t>. You may need to give App Platform access to your GitHub repository if not already connected. See the App Platform docs on the app spec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apps create</a:t>
            </a:r>
            <a:r>
              <a:rPr lang="en-US" dirty="0"/>
              <a:t>. https://docs.digitalocean.com/products/app-platform/how-to/create-apps/</a:t>
            </a:r>
          </a:p>
          <a:p>
            <a:r>
              <a:rPr lang="en-US" b="1" dirty="0"/>
              <a:t>Step G — Test everything &amp; demo checklist</a:t>
            </a:r>
          </a:p>
          <a:p>
            <a:r>
              <a:rPr lang="en-US" dirty="0"/>
              <a:t>Open the frontend URL from App Platform.</a:t>
            </a:r>
          </a:p>
          <a:p>
            <a:r>
              <a:rPr lang="en-US" dirty="0"/>
              <a:t>In the UI, use the included sample policy (or upload a text file) and ask:</a:t>
            </a:r>
          </a:p>
          <a:p>
            <a:pPr lvl="1"/>
            <a:r>
              <a:rPr lang="en-US" dirty="0"/>
              <a:t>“Am I covered for trip cancellation if I test positive within 7 days of departure?”</a:t>
            </a:r>
          </a:p>
          <a:p>
            <a:pPr lvl="1"/>
            <a:r>
              <a:rPr lang="en-US" dirty="0"/>
              <a:t>Confirm the answer returns and includes the citation (page/section).</a:t>
            </a:r>
          </a:p>
          <a:p>
            <a:r>
              <a:rPr lang="en-US" dirty="0"/>
              <a:t>If using the MI300X droplet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llm_service</a:t>
            </a:r>
            <a:r>
              <a:rPr lang="en-US" dirty="0"/>
              <a:t>, run a GPU-intensive query and (optionally) show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nvidia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smi</a:t>
            </a:r>
            <a:r>
              <a:rPr lang="en-US" dirty="0"/>
              <a:t>-like/</a:t>
            </a:r>
            <a:r>
              <a:rPr lang="en-US" dirty="0" err="1"/>
              <a:t>ROCm</a:t>
            </a:r>
            <a:r>
              <a:rPr lang="en-US" dirty="0"/>
              <a:t> telemetry to judges (or show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rocm-smi</a:t>
            </a:r>
            <a:r>
              <a:rPr lang="en-US" dirty="0"/>
              <a:t> output) to demonstrate GPU usage. (MI300X uses </a:t>
            </a:r>
            <a:r>
              <a:rPr lang="en-US" dirty="0" err="1"/>
              <a:t>ROCm</a:t>
            </a:r>
            <a:r>
              <a:rPr lang="en-US" dirty="0"/>
              <a:t> tooling.)</a:t>
            </a:r>
          </a:p>
          <a:p>
            <a:r>
              <a:rPr lang="en-US" b="1" dirty="0"/>
              <a:t>Important security &amp; production tips</a:t>
            </a:r>
          </a:p>
          <a:p>
            <a:r>
              <a:rPr lang="en-US" dirty="0"/>
              <a:t>Store secrets in App Platform environment variables (or DO Secrets). Do </a:t>
            </a:r>
            <a:r>
              <a:rPr lang="en-US" b="1" dirty="0"/>
              <a:t>not</a:t>
            </a:r>
            <a:r>
              <a:rPr lang="en-US" dirty="0"/>
              <a:t> commit credentials to Git. </a:t>
            </a:r>
            <a:r>
              <a:rPr lang="en-US" dirty="0" err="1">
                <a:hlinkClick r:id="rId4"/>
              </a:rPr>
              <a:t>DigitalOcean</a:t>
            </a:r>
            <a:r>
              <a:rPr lang="en-US" dirty="0">
                <a:hlinkClick r:id="rId4"/>
              </a:rPr>
              <a:t> Docs</a:t>
            </a:r>
            <a:endParaRPr lang="en-US" dirty="0"/>
          </a:p>
          <a:p>
            <a:r>
              <a:rPr lang="en-US" dirty="0"/>
              <a:t>Use HTTPS for any public endpoints.</a:t>
            </a:r>
          </a:p>
          <a:p>
            <a:r>
              <a:rPr lang="en-US" dirty="0"/>
              <a:t>Protect the LLM Droplet with a firewall (only allow necessary ports), use SSH keys, and keep OS packages updated.</a:t>
            </a:r>
          </a:p>
          <a:p>
            <a:r>
              <a:rPr lang="en-US" dirty="0"/>
              <a:t>Rate-limit the LLM endpoint and require authentication for production.</a:t>
            </a:r>
          </a:p>
          <a:p>
            <a:r>
              <a:rPr lang="en-US" b="1" dirty="0"/>
              <a:t>Quick reference links (official docs I used)</a:t>
            </a:r>
          </a:p>
          <a:p>
            <a:r>
              <a:rPr lang="en-US" dirty="0"/>
              <a:t>App Platform — create apps &amp; use app specs. https://docs.digitalocean.com/products/app-platform/how-to/create-apps/</a:t>
            </a:r>
          </a:p>
          <a:p>
            <a:r>
              <a:rPr lang="en-US" dirty="0" err="1"/>
              <a:t>doctl</a:t>
            </a:r>
            <a:r>
              <a:rPr lang="en-US" dirty="0"/>
              <a:t> apps create &amp; auth docs. https://docs.digitalocean.com/reference/doctl/reference/apps/create/</a:t>
            </a:r>
          </a:p>
          <a:p>
            <a:r>
              <a:rPr lang="en-US" dirty="0" err="1"/>
              <a:t>DigitalOcean</a:t>
            </a:r>
            <a:r>
              <a:rPr lang="en-US" dirty="0"/>
              <a:t> blog &amp; tutorial on AMD Instinct MI300X + </a:t>
            </a:r>
            <a:r>
              <a:rPr lang="en-US" dirty="0" err="1"/>
              <a:t>ROCm</a:t>
            </a:r>
            <a:r>
              <a:rPr lang="en-US" dirty="0"/>
              <a:t>. https://www.digitalocean.com/blog/now-available-amd-instinct-mi300x-gpus</a:t>
            </a:r>
          </a:p>
          <a:p>
            <a:r>
              <a:rPr lang="en-US" dirty="0"/>
              <a:t>Spaces how-to &amp; create a bucket. https://docs.digitalocean.com/products/spaces/how-to/create/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user delight, transparency, and trust with AI-backed conversation and document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the tangible impact for </a:t>
            </a:r>
            <a:r>
              <a:rPr dirty="0" err="1"/>
              <a:t>Ancileo</a:t>
            </a:r>
            <a:r>
              <a:rPr dirty="0"/>
              <a:t> &amp; MSIG — higher conversions, better engagement, new revenue streams.</a:t>
            </a:r>
            <a:endParaRPr lang="en-US" dirty="0"/>
          </a:p>
          <a:p>
            <a:r>
              <a:rPr lang="en-US" dirty="0"/>
              <a:t>For MSIG and </a:t>
            </a:r>
            <a:r>
              <a:rPr lang="en-US" dirty="0" err="1"/>
              <a:t>Ancileo</a:t>
            </a:r>
            <a:r>
              <a:rPr lang="en-US" dirty="0"/>
              <a:t>, this means transforming insurance from a cost center to an engagement platform.</a:t>
            </a:r>
            <a:br>
              <a:rPr lang="en-US" dirty="0"/>
            </a:br>
            <a:r>
              <a:rPr lang="en-US" dirty="0"/>
              <a:t>Conversion jumps from </a:t>
            </a:r>
            <a:r>
              <a:rPr lang="en-US" b="1" dirty="0"/>
              <a:t>30% to 60%</a:t>
            </a:r>
            <a:r>
              <a:rPr lang="en-US" dirty="0"/>
              <a:t>, customer satisfaction soars, and insurance becomes embedded in every traveler’s journey, </a:t>
            </a:r>
            <a:r>
              <a:rPr lang="en-US" i="1" dirty="0"/>
              <a:t>invisibly working behind the scenes.</a:t>
            </a:r>
            <a:endParaRPr lang="en-US" dirty="0"/>
          </a:p>
          <a:p>
            <a:r>
              <a:rPr lang="en-US" dirty="0"/>
              <a:t>We’re creating an ecosystem where </a:t>
            </a:r>
            <a:r>
              <a:rPr lang="en-US" b="1" dirty="0"/>
              <a:t>every moment of travel is insured, predicted, and optimized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Insurance is no longer a product, it’s an intelligent companion.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feasibility and clear execution strategy aligned with MSIG timelines and technical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3BD3-7559-06F2-7B85-2C6A078B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B969C-FAEF-066C-D5DA-5707C0DBF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B6F8F-7FD9-125F-F152-DFA3FC4F9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feasibility and clear execution strategy aligned with MSIG timelines and technical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8D5F0-E396-D7DA-09F0-390CF746A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36959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next decade of travel belongs to </a:t>
            </a:r>
            <a:r>
              <a:rPr lang="en-US" b="1" dirty="0"/>
              <a:t>autonomous, AI-integrated experiences</a:t>
            </a:r>
            <a:r>
              <a:rPr lang="en-US" dirty="0"/>
              <a:t>, and we’re building it today.</a:t>
            </a:r>
            <a:br>
              <a:rPr lang="en-US" dirty="0"/>
            </a:br>
            <a:r>
              <a:rPr lang="en-US" b="1" dirty="0" err="1"/>
              <a:t>Ancileo</a:t>
            </a:r>
            <a:r>
              <a:rPr lang="en-US" b="1"/>
              <a:t> × MSIG Concierge, transforming insurance from paperwork into pure experience.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6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strong. Reinforce that this is not a chatbot — it’s the future of customer experience in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6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29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8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3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20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3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7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22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504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79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38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46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5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4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91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err="1"/>
              <a:t>Ancileo</a:t>
            </a:r>
            <a:r>
              <a:rPr lang="en-US" sz="3300"/>
              <a:t> x MSIG Concierge – Conversational Travel Insurance for the Next Gen </a:t>
            </a:r>
            <a:r>
              <a:rPr lang="en-US" sz="3300" err="1"/>
              <a:t>Traveller</a:t>
            </a:r>
            <a:endParaRPr lang="en-US" sz="33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Ancileo</a:t>
            </a:r>
            <a:r>
              <a:rPr dirty="0"/>
              <a:t> × MSIG Hackathon 2025</a:t>
            </a:r>
          </a:p>
          <a:p>
            <a:pPr marL="0" indent="0">
              <a:buNone/>
            </a:pPr>
            <a:r>
              <a:rPr lang="en-US" dirty="0"/>
              <a:t>J-W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95F43-5AE5-8517-03E4-B830B1A4A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013402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Opportunity &amp; Market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6FC0F7-052B-99F7-5B0E-BC49BB038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651725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Solution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2DD543-7116-1338-C5E2-19B3DC304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505745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Innovation Blocks Alignment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FBD359-5C22-5114-115F-4EADC63C6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765034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r>
              <a:rPr lang="en-US" sz="2500"/>
              <a:t>Technical Architecture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600" y="1093788"/>
            <a:ext cx="4373958" cy="4697413"/>
          </a:xfrm>
        </p:spPr>
        <p:txBody>
          <a:bodyPr>
            <a:normAutofit/>
          </a:bodyPr>
          <a:lstStyle/>
          <a:p>
            <a:r>
              <a:rPr dirty="0"/>
              <a:t>Frontend: React (chat UI)</a:t>
            </a:r>
          </a:p>
          <a:p>
            <a:r>
              <a:rPr dirty="0"/>
              <a:t>Backend: Node.js/Express API</a:t>
            </a:r>
          </a:p>
          <a:p>
            <a:r>
              <a:rPr dirty="0"/>
              <a:t>LLM Service: Python/</a:t>
            </a:r>
            <a:r>
              <a:rPr dirty="0" err="1"/>
              <a:t>FastAPI</a:t>
            </a:r>
            <a:r>
              <a:rPr dirty="0"/>
              <a:t> (deployed on AMD MI300X GPU)</a:t>
            </a:r>
          </a:p>
          <a:p>
            <a:r>
              <a:rPr dirty="0"/>
              <a:t>Infra: </a:t>
            </a:r>
            <a:r>
              <a:rPr lang="en-US" dirty="0"/>
              <a:t>AMD.</a:t>
            </a:r>
            <a:r>
              <a:rPr dirty="0"/>
              <a:t>DigitalOcean</a:t>
            </a:r>
            <a:r>
              <a:rPr lang="en-US" dirty="0"/>
              <a:t>.com</a:t>
            </a:r>
            <a:r>
              <a:rPr dirty="0"/>
              <a:t> App Platform + Spaces + Managed Postgres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User Experience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82DBFD-4B12-833E-34C8-1A567DE8B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447562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020B97-1DBD-8F8E-F0ED-D3A7C9C89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589310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0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6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fr-FR" sz="2800">
                <a:solidFill>
                  <a:srgbClr val="FFFFFF"/>
                </a:solidFill>
              </a:rPr>
              <a:t>FUTURE ENHANCEMENT</a:t>
            </a:r>
            <a:br>
              <a:rPr lang="fr-FR" sz="2800">
                <a:solidFill>
                  <a:srgbClr val="FFFFFF"/>
                </a:solidFill>
              </a:rPr>
            </a:br>
            <a:r>
              <a:rPr lang="fr-FR" sz="2800">
                <a:solidFill>
                  <a:srgbClr val="FFFFFF"/>
                </a:solidFill>
              </a:rPr>
              <a:t>🚀 1. Autonomous Travel Experience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5EB697D-7A5A-3185-5FF0-3EF226238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Check-In: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biometric pre-check integrated with airline APIs.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Luggage Tagging: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smart tags emit geolocation &amp; insurance coverage updates.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Courier Luggage Handling: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robotic pickup from home → autonomous drop at airport.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Self-Navigating Airport Bots: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guide you gate-to-gate via AR holograms.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Dynamic Boarding Pass: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adjusts to flight delays, seat upgrades, or re-routes autonomously.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Predictive Queue Skipping: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insurance covers fast-track lanes when AI predicts delay.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Drone Escort Service: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automated drone guides elderly passengers.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Adaptive Lounge Allocation: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insurance auto-upgrades you if flight delay &gt; 1 hour.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Bio-Scanner Check-In: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contactless DNA + face verification (privacy-preserving).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 Twin Passport: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blockchain-verified identity for seamless cross-border movement.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0E5A4-1D22-03EC-DCE2-1330E2DC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1AD08-C5E4-2BA4-2227-92AA991B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sv-SE">
                <a:solidFill>
                  <a:srgbClr val="FFFFFF"/>
                </a:solidFill>
              </a:rPr>
              <a:t>🧳 2. Smart Luggage &amp; Logistics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17D18CB-D300-BC28-C09E-24BD6657B3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Smart Suitcase with Insurance Chip: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monitors position &amp; coverage status in real-time.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Autonomous Luggage Van: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pickup and deliver luggage to destination hotel.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Dynamic Luggage Insurance: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coverage auto-adjusts based on location &amp; handling risk.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Lost-Bag AI Tracker: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instantly detects and insures lost baggage via networked beacons.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Nano-sensor Theft Alert: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detects tampering, auto-claims partial payout.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Repack Service: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robotic re-packing for compliance with airline limits.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Eco-Freight Consolidator: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AI combines luggage shipments to reduce carbon footprint.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Customs Auto-Clear: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pre-authorized scanning using blockchain manifests.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Courier Drone Return: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drones deliver forgotten items from hotel to airport.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Bio-Secure Luggage Decontamination: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automatic sterilization on arrival.</a:t>
            </a:r>
          </a:p>
        </p:txBody>
      </p:sp>
    </p:spTree>
    <p:extLst>
      <p:ext uri="{BB962C8B-B14F-4D97-AF65-F5344CB8AC3E}">
        <p14:creationId xmlns:p14="http://schemas.microsoft.com/office/powerpoint/2010/main" val="33137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451B7-2A1B-79E0-CDFB-5C4B9901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it-IT">
                <a:solidFill>
                  <a:srgbClr val="FFFFFF"/>
                </a:solidFill>
              </a:rPr>
              <a:t>🤖 3. AI Concierge &amp; Assistance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8A899F-3BBA-B9C3-6C08-036BD0CD7A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Conversational Travel Twin: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personal AI that knows your preferences, policies, history.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Predictive Policy Adjuster: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automatically adds trip extensions or new coverage.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Context-Aware Support: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AI recognizes when you’re stressed, offers solutions proactively.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Voice-Driven Policy Builder: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build a new travel policy purely through speech.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Emotion-Adaptive Chatbot: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tone of conversation adjusts to traveler sentiment.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Cross-Lingual AI: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localizes support and claims in &gt; 100 languages instantly.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Avatar Concierge: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holographic travel assistant appears via AR glasses.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Smart Health Companion: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monitors vitals; activates insurance if anomaly detected.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AI-Mediated Negotiations: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automatically resolves minor claim disputes.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2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Dream-Based Planner: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interprets user dreams or interests to suggest trips.</a:t>
            </a:r>
          </a:p>
        </p:txBody>
      </p:sp>
    </p:spTree>
    <p:extLst>
      <p:ext uri="{BB962C8B-B14F-4D97-AF65-F5344CB8AC3E}">
        <p14:creationId xmlns:p14="http://schemas.microsoft.com/office/powerpoint/2010/main" val="335661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6BCF2-4F24-D856-A024-075187CE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🧠 4. Predictive Intelligence &amp; Risk Analytics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5985A57-BE27-7327-7BDA-046BBCD9B5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Weather-Triggered Auto-Insurance Activation.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Crowd-Density Prediction: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AI reroutes travel plans to avoid high-risk areas.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Global Epidemic Mapping: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adjusts travel coverage during outbreaks.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Flight Risk Forecast: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dynamic pricing based on turbulence probability.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Real-Time Geo-Scoring: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assigns personalized risk index per destination.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Personal Behavior Modelling: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coverage shifts with health, fatigue, and past trips.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AI-Claims Prediction: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insurer pre-approves likely future claims.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Risk-Reward Loyalty: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travelers get rewards for low-risk behaviors.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Dynamic Re-Insuring: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back-end smart contracts auto-hedge risk in real-time.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Crisis Auto-Evacuation: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predictive alert sends evacuation drone before disaster hits.</a:t>
            </a:r>
          </a:p>
        </p:txBody>
      </p:sp>
    </p:spTree>
    <p:extLst>
      <p:ext uri="{BB962C8B-B14F-4D97-AF65-F5344CB8AC3E}">
        <p14:creationId xmlns:p14="http://schemas.microsoft.com/office/powerpoint/2010/main" val="110704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7688-E296-A0FF-7FAB-F9E65872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💳 5. Seamless Commerce &amp; Auto-Payments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A60933B-8809-4EB1-B96A-060A352F9C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Payment on Policy Trigger: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e.g., flight delay → instant reimbursement.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Geo-Payment Engine: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triggers micro-transactions as you move (airport fees, visa fees).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Subscription-Based Insurance: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AI adjusts premium daily.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Crypto-Backed Coverage: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pay or receive claims in stablecoins.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Zero-Touch Checkout: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digital concierge completes payment when user approves via voice.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Smart Policy Wallet: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stores and manages all travel insurances as NFTs.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Micro-Insurance Bundles: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auto-activated per event (e.g., ski day, car rental).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Predictive Payout Escrow: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funds released automatically on verified incidents.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Split-Payment AI: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divides premium among travelers in group.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41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Universal Insurance Credit Score: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unlocks personalized offers globally.</a:t>
            </a:r>
          </a:p>
        </p:txBody>
      </p:sp>
    </p:spTree>
    <p:extLst>
      <p:ext uri="{BB962C8B-B14F-4D97-AF65-F5344CB8AC3E}">
        <p14:creationId xmlns:p14="http://schemas.microsoft.com/office/powerpoint/2010/main" val="380892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EB29A-4A4F-3EA7-DF88-67C56A226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🏨 6.</a:t>
            </a:r>
            <a:r>
              <a:rPr lang="en-US" dirty="0">
                <a:solidFill>
                  <a:srgbClr val="FFFFFF"/>
                </a:solidFill>
              </a:rPr>
              <a:t> Destination 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B6B19D-F73E-C75E-49D3-4F849C4E5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Pickup Vehicle: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self-driving car dispatched at arrival gate.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Facial Recognition Hotel Check-In: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no reception desk needed.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Smart Room Pre-Insurance: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dynamic coverage for theft or accidents within hotel.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Robo-Courier Welcome: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autonomous robot delivers welcome kit.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Geo-Triggered Sightseeing Suggestions: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insurance verifies activity safety first.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Personalized Restaurant Recs: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based on health + allergy insurance data.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Local Emergency Network: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connects instantly with hospitals &amp; embassies.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Real-Time Claim at Destination: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instant lodging or rebooking handled by AI.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Smart Translation AR Glasses: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contextual coverage info overlays in your language.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5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Wellness Zone Sync: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hotel gym data syncs with insurance wellness discounts.</a:t>
            </a:r>
          </a:p>
        </p:txBody>
      </p:sp>
    </p:spTree>
    <p:extLst>
      <p:ext uri="{BB962C8B-B14F-4D97-AF65-F5344CB8AC3E}">
        <p14:creationId xmlns:p14="http://schemas.microsoft.com/office/powerpoint/2010/main" val="329664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8201F-1276-B827-4F5D-24597A7E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73" y="1219200"/>
            <a:ext cx="7472761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🏥 7. Health &amp; Safety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96E35-10DE-F013-7AC8-D896132F9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084" y="2413001"/>
            <a:ext cx="6786164" cy="3033180"/>
          </a:xfrm>
        </p:spPr>
        <p:txBody>
          <a:bodyPr anchor="ctr">
            <a:normAutofit fontScale="92500"/>
          </a:bodyPr>
          <a:lstStyle/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5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Bio-Wearable Coverage Trigger: activates insurance if biometrics cross thresholds.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Real-Time Tele-Doctor Insurance: instant virtual doctor and coverage confirmation.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Hospital Drone Delivery: emergency medicine auto-delivered.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Pandemic-Aware Auto Quarantine Coverage.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Genetic Risk Prediction: personalized coverage before travel.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AI-Triage Chatbot: directs traveler to right care based on symptoms.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Predictive Vaccination Scheduling: auto-reminds and books clinics.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Air-Quality Compensation: payout if pollution exceeds threshold.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Wellness Rewards Program: premium reductions for healthy behavior.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+mj-lt"/>
              <a:buAutoNum type="arabicPeriod" startAt="61"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</a:rPr>
              <a:t>Smart Safety Bracelet: SOS signal automatically starts claim and rescue.</a:t>
            </a:r>
          </a:p>
        </p:txBody>
      </p:sp>
    </p:spTree>
    <p:extLst>
      <p:ext uri="{BB962C8B-B14F-4D97-AF65-F5344CB8AC3E}">
        <p14:creationId xmlns:p14="http://schemas.microsoft.com/office/powerpoint/2010/main" val="70973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831D0-1D34-EA69-64F8-94E0713A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🌍 8. Sustainability &amp; Ethical Travel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BF4E6B-3900-16E5-77B6-5738CB9AC4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Carbon Offset Auto-Insurance: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coverage includes automatic CO₂ offsets.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Green Route Planner: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AI suggests routes minimizing emissions.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Eco-Claim Validation: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rewards users for sustainable accommodation choices.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Dynamic Premium Reduction for Eco Choices.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Community Impact Tracker: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measure local benefit of your travel spend.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AI Carbon Ledger: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blockchain logs every travel emission and offset.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Eco-Luggage Materials: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smart recyclable luggage with embedded chips.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Auto Donation on Claim Approval: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portion goes to climate funds.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Green Partnership Marketplace: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insurers partner with eco vendors.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7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Traveler Sustainability Badge: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gamified eco-score displayed in app.</a:t>
            </a:r>
          </a:p>
        </p:txBody>
      </p:sp>
    </p:spTree>
    <p:extLst>
      <p:ext uri="{BB962C8B-B14F-4D97-AF65-F5344CB8AC3E}">
        <p14:creationId xmlns:p14="http://schemas.microsoft.com/office/powerpoint/2010/main" val="161425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323DE-E60C-AD58-F330-9B2AA830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🛰 9. Global Mobility &amp; Interplanetary Travel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074E39-B905-6D5B-9C4A-56FB71227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Orbital Insurance: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covers sub-orbital or space tourism flights.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Space Luggage Module: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autonomous cargo transfer between Earth–orbit stations.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Zero-Gravity Accident Policy: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dynamic pricing for orbital environments.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Planetary Passport System: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blockchain identity valid for space travel.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Martian Health Coverage: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specialized micro-gravity health monitoring.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Lunar Base Insurance Exchange: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decentralized market for off-world policies.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Quantum Data Synchronization: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instant coverage validation via entanglement tech.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Interplanetary Auto-Translation: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universal claims language translator.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Space Debris Protection: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auto-claim on vehicle micro-damage.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81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Solar Radiation Insurance: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payout on excessive exposure during orbit.</a:t>
            </a:r>
          </a:p>
        </p:txBody>
      </p:sp>
    </p:spTree>
    <p:extLst>
      <p:ext uri="{BB962C8B-B14F-4D97-AF65-F5344CB8AC3E}">
        <p14:creationId xmlns:p14="http://schemas.microsoft.com/office/powerpoint/2010/main" val="300332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620EE-62C8-CA61-4889-6035BCB5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🧩 10. Ecosystem &amp; Social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664139-4337-BE0A-B854-6D89A8DD0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084" y="2413001"/>
            <a:ext cx="6786164" cy="3033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AI Insurance Marketplace: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travelers compare and auto-switch in real-time.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Community-Driven Risk Pools: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peer-to-peer micro-insurance clusters.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Traveler Reputation Index: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risk scoring shared across partners.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 Claim Visualization: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holographic walkthrough of incidents.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Crowdsourced Rescue Network: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community alert system for emergencies.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NFT Reward Badges: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collectible tokens for safe travel milestones.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Social Impact Insurance: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premium donations fund disaster relief.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Multi-Traveler Group Policy: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real-time coordination for families/friends.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Experience-Based Pricing: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cheaper coverage for seasoned travelers.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 startAt="91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Ethical AI Governance Layer: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transparent auditing of insurance decisions.</a:t>
            </a:r>
          </a:p>
        </p:txBody>
      </p:sp>
    </p:spTree>
    <p:extLst>
      <p:ext uri="{BB962C8B-B14F-4D97-AF65-F5344CB8AC3E}">
        <p14:creationId xmlns:p14="http://schemas.microsoft.com/office/powerpoint/2010/main" val="103443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F9A48-38F8-FCFF-B828-CCFF3D715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843225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cefa023-dff2-4f99-9ae0-191917165cf6}" enabled="1" method="Privileged" siteId="{b2207862-7c48-4c0f-bc66-1fcbdaed49c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97</TotalTime>
  <Words>5913</Words>
  <Application>Microsoft Office PowerPoint</Application>
  <PresentationFormat>On-screen Show (4:3)</PresentationFormat>
  <Paragraphs>441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Tw Cen MT</vt:lpstr>
      <vt:lpstr>Circuit</vt:lpstr>
      <vt:lpstr>Ancileo x MSIG Concierge – Conversational Travel Insurance for the Next Gen Traveller</vt:lpstr>
      <vt:lpstr>The Problem</vt:lpstr>
      <vt:lpstr>Opportunity &amp; Market Vision</vt:lpstr>
      <vt:lpstr>Solution Overview</vt:lpstr>
      <vt:lpstr>Innovation Blocks Alignment</vt:lpstr>
      <vt:lpstr>Technical Architecture &amp; Deployment</vt:lpstr>
      <vt:lpstr>User Experience Highlights</vt:lpstr>
      <vt:lpstr>Business Impact</vt:lpstr>
      <vt:lpstr>FUTURE ENHANCEMENT 🚀 1. Autonomous Travel Experience</vt:lpstr>
      <vt:lpstr>🧳 2. Smart Luggage &amp; Logistics</vt:lpstr>
      <vt:lpstr>🤖 3. AI Concierge &amp; Assistance</vt:lpstr>
      <vt:lpstr>🧠 4. Predictive Intelligence &amp; Risk Analytics</vt:lpstr>
      <vt:lpstr>💳 5. Seamless Commerce &amp; Auto-Payments</vt:lpstr>
      <vt:lpstr>🏨 6. Destination Automation</vt:lpstr>
      <vt:lpstr>🏥 7. Health &amp; Safety Integration</vt:lpstr>
      <vt:lpstr>🌍 8. Sustainability &amp; Ethical Travel</vt:lpstr>
      <vt:lpstr>🛰 9. Global Mobility &amp; Interplanetary Travel</vt:lpstr>
      <vt:lpstr>🧩 10. Ecosystem &amp; Social Integration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(John) Weily NGUI</dc:creator>
  <cp:keywords/>
  <dc:description>generated using python-pptx</dc:description>
  <cp:lastModifiedBy>(John) Weily NGUI</cp:lastModifiedBy>
  <cp:revision>7</cp:revision>
  <dcterms:created xsi:type="dcterms:W3CDTF">2013-01-27T09:14:16Z</dcterms:created>
  <dcterms:modified xsi:type="dcterms:W3CDTF">2025-11-02T05:20:15Z</dcterms:modified>
  <cp:category/>
</cp:coreProperties>
</file>